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4" r:id="rId5"/>
    <p:sldId id="265" r:id="rId6"/>
    <p:sldId id="258" r:id="rId7"/>
    <p:sldId id="259" r:id="rId8"/>
    <p:sldId id="260" r:id="rId9"/>
    <p:sldId id="263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20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image" Target="../media/image14.svg"/><Relationship Id="rId1" Type="http://schemas.openxmlformats.org/officeDocument/2006/relationships/image" Target="../media/image10.png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20.svg"/><Relationship Id="rId4" Type="http://schemas.openxmlformats.org/officeDocument/2006/relationships/image" Target="../media/image16.svg"/><Relationship Id="rId9" Type="http://schemas.openxmlformats.org/officeDocument/2006/relationships/image" Target="../media/image1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image" Target="../media/image14.svg"/><Relationship Id="rId1" Type="http://schemas.openxmlformats.org/officeDocument/2006/relationships/image" Target="../media/image10.png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20.svg"/><Relationship Id="rId4" Type="http://schemas.openxmlformats.org/officeDocument/2006/relationships/image" Target="../media/image16.svg"/><Relationship Id="rId9" Type="http://schemas.openxmlformats.org/officeDocument/2006/relationships/image" Target="../media/image1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3D6F63-D29F-4F2E-9703-0D7BEC80DAD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50EB0DC-665B-4B93-BA02-481C387CB47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KPI Cards</a:t>
          </a:r>
          <a:endParaRPr lang="en-US"/>
        </a:p>
      </dgm:t>
    </dgm:pt>
    <dgm:pt modelId="{BE453A1C-4FEB-4037-9726-D8B3BD2CF7C0}" type="parTrans" cxnId="{0D799F1E-26DC-4335-A8D1-8C3AC49CEADB}">
      <dgm:prSet/>
      <dgm:spPr/>
      <dgm:t>
        <a:bodyPr/>
        <a:lstStyle/>
        <a:p>
          <a:endParaRPr lang="en-US"/>
        </a:p>
      </dgm:t>
    </dgm:pt>
    <dgm:pt modelId="{29CB0D4F-47F0-46CE-9C01-47B8CAAD153B}" type="sibTrans" cxnId="{0D799F1E-26DC-4335-A8D1-8C3AC49CEADB}">
      <dgm:prSet/>
      <dgm:spPr/>
      <dgm:t>
        <a:bodyPr/>
        <a:lstStyle/>
        <a:p>
          <a:endParaRPr lang="en-US"/>
        </a:p>
      </dgm:t>
    </dgm:pt>
    <dgm:pt modelId="{DF868445-4FE0-4F27-BA30-60F484A5AE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Item Wise Sale (Bar Chart)</a:t>
          </a:r>
        </a:p>
      </dgm:t>
    </dgm:pt>
    <dgm:pt modelId="{0546C5AD-C8DF-4219-AC08-3157C4588E3F}" type="parTrans" cxnId="{B253407D-AFBC-4F13-A513-283894DA5B89}">
      <dgm:prSet/>
      <dgm:spPr/>
      <dgm:t>
        <a:bodyPr/>
        <a:lstStyle/>
        <a:p>
          <a:endParaRPr lang="en-US"/>
        </a:p>
      </dgm:t>
    </dgm:pt>
    <dgm:pt modelId="{189F1773-4F41-4BD4-B9E8-D5C3E40952E2}" type="sibTrans" cxnId="{B253407D-AFBC-4F13-A513-283894DA5B89}">
      <dgm:prSet/>
      <dgm:spPr/>
      <dgm:t>
        <a:bodyPr/>
        <a:lstStyle/>
        <a:p>
          <a:endParaRPr lang="en-US"/>
        </a:p>
      </dgm:t>
    </dgm:pt>
    <dgm:pt modelId="{227D52E0-952A-4B36-B010-541C24ED8B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 Shop vs Online (Pie Chart)</a:t>
          </a:r>
        </a:p>
      </dgm:t>
    </dgm:pt>
    <dgm:pt modelId="{E06BAE88-B5A5-48B3-B927-F38FC7DD3039}" type="parTrans" cxnId="{13588CE7-A1DC-4799-AAE2-BA95A818D061}">
      <dgm:prSet/>
      <dgm:spPr/>
      <dgm:t>
        <a:bodyPr/>
        <a:lstStyle/>
        <a:p>
          <a:endParaRPr lang="en-US"/>
        </a:p>
      </dgm:t>
    </dgm:pt>
    <dgm:pt modelId="{34F136D6-5401-4F4E-8A5F-5D2B3D79A888}" type="sibTrans" cxnId="{13588CE7-A1DC-4799-AAE2-BA95A818D061}">
      <dgm:prSet/>
      <dgm:spPr/>
      <dgm:t>
        <a:bodyPr/>
        <a:lstStyle/>
        <a:p>
          <a:endParaRPr lang="en-US"/>
        </a:p>
      </dgm:t>
    </dgm:pt>
    <dgm:pt modelId="{0EE5258B-BED3-40FD-AF0F-91BCDEE5B2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Sales by Day (Column Chart)</a:t>
          </a:r>
        </a:p>
      </dgm:t>
    </dgm:pt>
    <dgm:pt modelId="{E34DD428-0D76-4FCA-B63B-7379E1BF04E5}" type="parTrans" cxnId="{3D794F5B-D637-4A96-8F10-ACA098C5A02A}">
      <dgm:prSet/>
      <dgm:spPr/>
      <dgm:t>
        <a:bodyPr/>
        <a:lstStyle/>
        <a:p>
          <a:endParaRPr lang="en-US"/>
        </a:p>
      </dgm:t>
    </dgm:pt>
    <dgm:pt modelId="{82A2972A-98A3-496B-8EC3-32F12FBA84A2}" type="sibTrans" cxnId="{3D794F5B-D637-4A96-8F10-ACA098C5A02A}">
      <dgm:prSet/>
      <dgm:spPr/>
      <dgm:t>
        <a:bodyPr/>
        <a:lstStyle/>
        <a:p>
          <a:endParaRPr lang="en-US"/>
        </a:p>
      </dgm:t>
    </dgm:pt>
    <dgm:pt modelId="{1CCD3B79-7C7B-40C3-98CE-00FB28EFC569}" type="pres">
      <dgm:prSet presAssocID="{A83D6F63-D29F-4F2E-9703-0D7BEC80DADC}" presName="root" presStyleCnt="0">
        <dgm:presLayoutVars>
          <dgm:dir/>
          <dgm:resizeHandles val="exact"/>
        </dgm:presLayoutVars>
      </dgm:prSet>
      <dgm:spPr/>
    </dgm:pt>
    <dgm:pt modelId="{C223FD3D-BC60-401B-B9C6-88C49789EF74}" type="pres">
      <dgm:prSet presAssocID="{E50EB0DC-665B-4B93-BA02-481C387CB47E}" presName="compNode" presStyleCnt="0"/>
      <dgm:spPr/>
    </dgm:pt>
    <dgm:pt modelId="{175156CB-2B49-4CDF-A601-B14B740FAC6D}" type="pres">
      <dgm:prSet presAssocID="{E50EB0DC-665B-4B93-BA02-481C387CB47E}" presName="bgRect" presStyleLbl="bgShp" presStyleIdx="0" presStyleCnt="4"/>
      <dgm:spPr/>
    </dgm:pt>
    <dgm:pt modelId="{C4BC3BE2-4DC5-47D5-9363-9254402A047C}" type="pres">
      <dgm:prSet presAssocID="{E50EB0DC-665B-4B93-BA02-481C387CB47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5596364-F976-425B-8D3E-49DDD72CCADC}" type="pres">
      <dgm:prSet presAssocID="{E50EB0DC-665B-4B93-BA02-481C387CB47E}" presName="spaceRect" presStyleCnt="0"/>
      <dgm:spPr/>
    </dgm:pt>
    <dgm:pt modelId="{F1EFD697-F8F6-4BC9-9BA0-70E83D00151D}" type="pres">
      <dgm:prSet presAssocID="{E50EB0DC-665B-4B93-BA02-481C387CB47E}" presName="parTx" presStyleLbl="revTx" presStyleIdx="0" presStyleCnt="4">
        <dgm:presLayoutVars>
          <dgm:chMax val="0"/>
          <dgm:chPref val="0"/>
        </dgm:presLayoutVars>
      </dgm:prSet>
      <dgm:spPr/>
    </dgm:pt>
    <dgm:pt modelId="{C8AAD2E9-58DF-48D9-95B0-AA4249D8DA70}" type="pres">
      <dgm:prSet presAssocID="{29CB0D4F-47F0-46CE-9C01-47B8CAAD153B}" presName="sibTrans" presStyleCnt="0"/>
      <dgm:spPr/>
    </dgm:pt>
    <dgm:pt modelId="{925C7C58-62C5-4E42-84C9-785CE84FB45F}" type="pres">
      <dgm:prSet presAssocID="{DF868445-4FE0-4F27-BA30-60F484A5AE1C}" presName="compNode" presStyleCnt="0"/>
      <dgm:spPr/>
    </dgm:pt>
    <dgm:pt modelId="{3FA30983-984D-4CE3-A683-19584D0C2F33}" type="pres">
      <dgm:prSet presAssocID="{DF868445-4FE0-4F27-BA30-60F484A5AE1C}" presName="bgRect" presStyleLbl="bgShp" presStyleIdx="1" presStyleCnt="4"/>
      <dgm:spPr/>
    </dgm:pt>
    <dgm:pt modelId="{594D566E-720C-4127-A5DE-642BEF1F1B70}" type="pres">
      <dgm:prSet presAssocID="{DF868445-4FE0-4F27-BA30-60F484A5AE1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7EDC1AE-7976-4948-AB5C-448098B5BC5E}" type="pres">
      <dgm:prSet presAssocID="{DF868445-4FE0-4F27-BA30-60F484A5AE1C}" presName="spaceRect" presStyleCnt="0"/>
      <dgm:spPr/>
    </dgm:pt>
    <dgm:pt modelId="{E87553AE-46F3-4B1F-A4EF-D772954D1B8A}" type="pres">
      <dgm:prSet presAssocID="{DF868445-4FE0-4F27-BA30-60F484A5AE1C}" presName="parTx" presStyleLbl="revTx" presStyleIdx="1" presStyleCnt="4">
        <dgm:presLayoutVars>
          <dgm:chMax val="0"/>
          <dgm:chPref val="0"/>
        </dgm:presLayoutVars>
      </dgm:prSet>
      <dgm:spPr/>
    </dgm:pt>
    <dgm:pt modelId="{94693DE5-EF31-45CC-A629-DC43A88DB2BC}" type="pres">
      <dgm:prSet presAssocID="{189F1773-4F41-4BD4-B9E8-D5C3E40952E2}" presName="sibTrans" presStyleCnt="0"/>
      <dgm:spPr/>
    </dgm:pt>
    <dgm:pt modelId="{71EF13CC-38F3-4763-B279-4AD331F37900}" type="pres">
      <dgm:prSet presAssocID="{227D52E0-952A-4B36-B010-541C24ED8BE3}" presName="compNode" presStyleCnt="0"/>
      <dgm:spPr/>
    </dgm:pt>
    <dgm:pt modelId="{B4F34A62-8597-4A16-A763-A547A7F39767}" type="pres">
      <dgm:prSet presAssocID="{227D52E0-952A-4B36-B010-541C24ED8BE3}" presName="bgRect" presStyleLbl="bgShp" presStyleIdx="2" presStyleCnt="4"/>
      <dgm:spPr/>
    </dgm:pt>
    <dgm:pt modelId="{D6DC1460-DC6F-448A-A217-4A490B47551C}" type="pres">
      <dgm:prSet presAssocID="{227D52E0-952A-4B36-B010-541C24ED8BE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e"/>
        </a:ext>
      </dgm:extLst>
    </dgm:pt>
    <dgm:pt modelId="{354FC49C-F026-47FF-A679-50682EE7AA11}" type="pres">
      <dgm:prSet presAssocID="{227D52E0-952A-4B36-B010-541C24ED8BE3}" presName="spaceRect" presStyleCnt="0"/>
      <dgm:spPr/>
    </dgm:pt>
    <dgm:pt modelId="{00DEB0A8-499A-4DA8-9EE1-14616E89501C}" type="pres">
      <dgm:prSet presAssocID="{227D52E0-952A-4B36-B010-541C24ED8BE3}" presName="parTx" presStyleLbl="revTx" presStyleIdx="2" presStyleCnt="4">
        <dgm:presLayoutVars>
          <dgm:chMax val="0"/>
          <dgm:chPref val="0"/>
        </dgm:presLayoutVars>
      </dgm:prSet>
      <dgm:spPr/>
    </dgm:pt>
    <dgm:pt modelId="{FA2C5AE0-5731-45BC-BCCA-04FD20C2315B}" type="pres">
      <dgm:prSet presAssocID="{34F136D6-5401-4F4E-8A5F-5D2B3D79A888}" presName="sibTrans" presStyleCnt="0"/>
      <dgm:spPr/>
    </dgm:pt>
    <dgm:pt modelId="{E98613D3-37A5-405F-A134-3D7ACA6D8664}" type="pres">
      <dgm:prSet presAssocID="{0EE5258B-BED3-40FD-AF0F-91BCDEE5B24A}" presName="compNode" presStyleCnt="0"/>
      <dgm:spPr/>
    </dgm:pt>
    <dgm:pt modelId="{CECDEE61-569F-4D66-A2EE-E38E5BD2B733}" type="pres">
      <dgm:prSet presAssocID="{0EE5258B-BED3-40FD-AF0F-91BCDEE5B24A}" presName="bgRect" presStyleLbl="bgShp" presStyleIdx="3" presStyleCnt="4"/>
      <dgm:spPr/>
    </dgm:pt>
    <dgm:pt modelId="{AA1FE872-C812-4BE2-8A79-65E94285752B}" type="pres">
      <dgm:prSet presAssocID="{0EE5258B-BED3-40FD-AF0F-91BCDEE5B24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CB13532F-C75E-4291-811D-9533BAF643E9}" type="pres">
      <dgm:prSet presAssocID="{0EE5258B-BED3-40FD-AF0F-91BCDEE5B24A}" presName="spaceRect" presStyleCnt="0"/>
      <dgm:spPr/>
    </dgm:pt>
    <dgm:pt modelId="{FE33230C-5BD2-4393-94F9-6650D45B1601}" type="pres">
      <dgm:prSet presAssocID="{0EE5258B-BED3-40FD-AF0F-91BCDEE5B24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D799F1E-26DC-4335-A8D1-8C3AC49CEADB}" srcId="{A83D6F63-D29F-4F2E-9703-0D7BEC80DADC}" destId="{E50EB0DC-665B-4B93-BA02-481C387CB47E}" srcOrd="0" destOrd="0" parTransId="{BE453A1C-4FEB-4037-9726-D8B3BD2CF7C0}" sibTransId="{29CB0D4F-47F0-46CE-9C01-47B8CAAD153B}"/>
    <dgm:cxn modelId="{3D794F5B-D637-4A96-8F10-ACA098C5A02A}" srcId="{A83D6F63-D29F-4F2E-9703-0D7BEC80DADC}" destId="{0EE5258B-BED3-40FD-AF0F-91BCDEE5B24A}" srcOrd="3" destOrd="0" parTransId="{E34DD428-0D76-4FCA-B63B-7379E1BF04E5}" sibTransId="{82A2972A-98A3-496B-8EC3-32F12FBA84A2}"/>
    <dgm:cxn modelId="{B83FDB44-0892-46BF-932A-252E3F701960}" type="presOf" srcId="{A83D6F63-D29F-4F2E-9703-0D7BEC80DADC}" destId="{1CCD3B79-7C7B-40C3-98CE-00FB28EFC569}" srcOrd="0" destOrd="0" presId="urn:microsoft.com/office/officeart/2018/2/layout/IconVerticalSolidList"/>
    <dgm:cxn modelId="{B253407D-AFBC-4F13-A513-283894DA5B89}" srcId="{A83D6F63-D29F-4F2E-9703-0D7BEC80DADC}" destId="{DF868445-4FE0-4F27-BA30-60F484A5AE1C}" srcOrd="1" destOrd="0" parTransId="{0546C5AD-C8DF-4219-AC08-3157C4588E3F}" sibTransId="{189F1773-4F41-4BD4-B9E8-D5C3E40952E2}"/>
    <dgm:cxn modelId="{CA4F06AD-68DF-42C0-B467-7B92216EE811}" type="presOf" srcId="{DF868445-4FE0-4F27-BA30-60F484A5AE1C}" destId="{E87553AE-46F3-4B1F-A4EF-D772954D1B8A}" srcOrd="0" destOrd="0" presId="urn:microsoft.com/office/officeart/2018/2/layout/IconVerticalSolidList"/>
    <dgm:cxn modelId="{1C50FCB1-29B2-473A-8F9A-12A31C07DEAE}" type="presOf" srcId="{227D52E0-952A-4B36-B010-541C24ED8BE3}" destId="{00DEB0A8-499A-4DA8-9EE1-14616E89501C}" srcOrd="0" destOrd="0" presId="urn:microsoft.com/office/officeart/2018/2/layout/IconVerticalSolidList"/>
    <dgm:cxn modelId="{5B2DD3BD-3D18-4D03-893D-81641D7D9F4D}" type="presOf" srcId="{E50EB0DC-665B-4B93-BA02-481C387CB47E}" destId="{F1EFD697-F8F6-4BC9-9BA0-70E83D00151D}" srcOrd="0" destOrd="0" presId="urn:microsoft.com/office/officeart/2018/2/layout/IconVerticalSolidList"/>
    <dgm:cxn modelId="{13588CE7-A1DC-4799-AAE2-BA95A818D061}" srcId="{A83D6F63-D29F-4F2E-9703-0D7BEC80DADC}" destId="{227D52E0-952A-4B36-B010-541C24ED8BE3}" srcOrd="2" destOrd="0" parTransId="{E06BAE88-B5A5-48B3-B927-F38FC7DD3039}" sibTransId="{34F136D6-5401-4F4E-8A5F-5D2B3D79A888}"/>
    <dgm:cxn modelId="{382AD9EE-6D5C-4C2E-B41E-DC4378A654E4}" type="presOf" srcId="{0EE5258B-BED3-40FD-AF0F-91BCDEE5B24A}" destId="{FE33230C-5BD2-4393-94F9-6650D45B1601}" srcOrd="0" destOrd="0" presId="urn:microsoft.com/office/officeart/2018/2/layout/IconVerticalSolidList"/>
    <dgm:cxn modelId="{C8D84DDA-BAEE-40CE-BC0F-B8924737B99C}" type="presParOf" srcId="{1CCD3B79-7C7B-40C3-98CE-00FB28EFC569}" destId="{C223FD3D-BC60-401B-B9C6-88C49789EF74}" srcOrd="0" destOrd="0" presId="urn:microsoft.com/office/officeart/2018/2/layout/IconVerticalSolidList"/>
    <dgm:cxn modelId="{408CE2BC-CE1C-4272-89F0-1DA3E148E8D4}" type="presParOf" srcId="{C223FD3D-BC60-401B-B9C6-88C49789EF74}" destId="{175156CB-2B49-4CDF-A601-B14B740FAC6D}" srcOrd="0" destOrd="0" presId="urn:microsoft.com/office/officeart/2018/2/layout/IconVerticalSolidList"/>
    <dgm:cxn modelId="{A2BBF495-96B3-4987-977C-CF5C25654E33}" type="presParOf" srcId="{C223FD3D-BC60-401B-B9C6-88C49789EF74}" destId="{C4BC3BE2-4DC5-47D5-9363-9254402A047C}" srcOrd="1" destOrd="0" presId="urn:microsoft.com/office/officeart/2018/2/layout/IconVerticalSolidList"/>
    <dgm:cxn modelId="{A1688F04-7DAF-4D13-87D8-144879C7B054}" type="presParOf" srcId="{C223FD3D-BC60-401B-B9C6-88C49789EF74}" destId="{F5596364-F976-425B-8D3E-49DDD72CCADC}" srcOrd="2" destOrd="0" presId="urn:microsoft.com/office/officeart/2018/2/layout/IconVerticalSolidList"/>
    <dgm:cxn modelId="{F0A5A4AF-9EF4-48B2-BE98-7B89FE378CF6}" type="presParOf" srcId="{C223FD3D-BC60-401B-B9C6-88C49789EF74}" destId="{F1EFD697-F8F6-4BC9-9BA0-70E83D00151D}" srcOrd="3" destOrd="0" presId="urn:microsoft.com/office/officeart/2018/2/layout/IconVerticalSolidList"/>
    <dgm:cxn modelId="{E2C61E0E-7ABD-464E-AA23-1B1B32600AA9}" type="presParOf" srcId="{1CCD3B79-7C7B-40C3-98CE-00FB28EFC569}" destId="{C8AAD2E9-58DF-48D9-95B0-AA4249D8DA70}" srcOrd="1" destOrd="0" presId="urn:microsoft.com/office/officeart/2018/2/layout/IconVerticalSolidList"/>
    <dgm:cxn modelId="{FCB9626B-9F61-4AB8-97EC-F032EB5D3B07}" type="presParOf" srcId="{1CCD3B79-7C7B-40C3-98CE-00FB28EFC569}" destId="{925C7C58-62C5-4E42-84C9-785CE84FB45F}" srcOrd="2" destOrd="0" presId="urn:microsoft.com/office/officeart/2018/2/layout/IconVerticalSolidList"/>
    <dgm:cxn modelId="{506FD354-7A2F-4CA0-A6CA-D8218E90ADD8}" type="presParOf" srcId="{925C7C58-62C5-4E42-84C9-785CE84FB45F}" destId="{3FA30983-984D-4CE3-A683-19584D0C2F33}" srcOrd="0" destOrd="0" presId="urn:microsoft.com/office/officeart/2018/2/layout/IconVerticalSolidList"/>
    <dgm:cxn modelId="{8D81F362-3FB2-437C-9CF0-EC856E5B824B}" type="presParOf" srcId="{925C7C58-62C5-4E42-84C9-785CE84FB45F}" destId="{594D566E-720C-4127-A5DE-642BEF1F1B70}" srcOrd="1" destOrd="0" presId="urn:microsoft.com/office/officeart/2018/2/layout/IconVerticalSolidList"/>
    <dgm:cxn modelId="{4FB402A1-6DF3-42C1-8760-5D67EC8D023B}" type="presParOf" srcId="{925C7C58-62C5-4E42-84C9-785CE84FB45F}" destId="{77EDC1AE-7976-4948-AB5C-448098B5BC5E}" srcOrd="2" destOrd="0" presId="urn:microsoft.com/office/officeart/2018/2/layout/IconVerticalSolidList"/>
    <dgm:cxn modelId="{08E999AD-7A06-44A6-9244-E72A483AE312}" type="presParOf" srcId="{925C7C58-62C5-4E42-84C9-785CE84FB45F}" destId="{E87553AE-46F3-4B1F-A4EF-D772954D1B8A}" srcOrd="3" destOrd="0" presId="urn:microsoft.com/office/officeart/2018/2/layout/IconVerticalSolidList"/>
    <dgm:cxn modelId="{0081E32F-064C-4880-88EB-49097340916C}" type="presParOf" srcId="{1CCD3B79-7C7B-40C3-98CE-00FB28EFC569}" destId="{94693DE5-EF31-45CC-A629-DC43A88DB2BC}" srcOrd="3" destOrd="0" presId="urn:microsoft.com/office/officeart/2018/2/layout/IconVerticalSolidList"/>
    <dgm:cxn modelId="{D4C60E18-A79C-4F98-A809-D9DD1849F446}" type="presParOf" srcId="{1CCD3B79-7C7B-40C3-98CE-00FB28EFC569}" destId="{71EF13CC-38F3-4763-B279-4AD331F37900}" srcOrd="4" destOrd="0" presId="urn:microsoft.com/office/officeart/2018/2/layout/IconVerticalSolidList"/>
    <dgm:cxn modelId="{512B28FA-64D8-48EA-9133-DF01AA4007FE}" type="presParOf" srcId="{71EF13CC-38F3-4763-B279-4AD331F37900}" destId="{B4F34A62-8597-4A16-A763-A547A7F39767}" srcOrd="0" destOrd="0" presId="urn:microsoft.com/office/officeart/2018/2/layout/IconVerticalSolidList"/>
    <dgm:cxn modelId="{23AA385B-2641-4A22-B9EC-2FA75EFDF04B}" type="presParOf" srcId="{71EF13CC-38F3-4763-B279-4AD331F37900}" destId="{D6DC1460-DC6F-448A-A217-4A490B47551C}" srcOrd="1" destOrd="0" presId="urn:microsoft.com/office/officeart/2018/2/layout/IconVerticalSolidList"/>
    <dgm:cxn modelId="{6514B8B7-7875-40F6-803E-774C9C1B60AD}" type="presParOf" srcId="{71EF13CC-38F3-4763-B279-4AD331F37900}" destId="{354FC49C-F026-47FF-A679-50682EE7AA11}" srcOrd="2" destOrd="0" presId="urn:microsoft.com/office/officeart/2018/2/layout/IconVerticalSolidList"/>
    <dgm:cxn modelId="{2DDCE555-1997-484B-9FF1-C45C8F48C6DE}" type="presParOf" srcId="{71EF13CC-38F3-4763-B279-4AD331F37900}" destId="{00DEB0A8-499A-4DA8-9EE1-14616E89501C}" srcOrd="3" destOrd="0" presId="urn:microsoft.com/office/officeart/2018/2/layout/IconVerticalSolidList"/>
    <dgm:cxn modelId="{697C4E73-0BF7-4A6A-A961-B8EA7D3F9037}" type="presParOf" srcId="{1CCD3B79-7C7B-40C3-98CE-00FB28EFC569}" destId="{FA2C5AE0-5731-45BC-BCCA-04FD20C2315B}" srcOrd="5" destOrd="0" presId="urn:microsoft.com/office/officeart/2018/2/layout/IconVerticalSolidList"/>
    <dgm:cxn modelId="{70E4DB54-DBB8-4B42-B90F-3F2710C048D5}" type="presParOf" srcId="{1CCD3B79-7C7B-40C3-98CE-00FB28EFC569}" destId="{E98613D3-37A5-405F-A134-3D7ACA6D8664}" srcOrd="6" destOrd="0" presId="urn:microsoft.com/office/officeart/2018/2/layout/IconVerticalSolidList"/>
    <dgm:cxn modelId="{1512169F-203E-4DE6-A7B3-89581D31C252}" type="presParOf" srcId="{E98613D3-37A5-405F-A134-3D7ACA6D8664}" destId="{CECDEE61-569F-4D66-A2EE-E38E5BD2B733}" srcOrd="0" destOrd="0" presId="urn:microsoft.com/office/officeart/2018/2/layout/IconVerticalSolidList"/>
    <dgm:cxn modelId="{51DDD0CD-A515-4A70-BBEB-7352CCC56214}" type="presParOf" srcId="{E98613D3-37A5-405F-A134-3D7ACA6D8664}" destId="{AA1FE872-C812-4BE2-8A79-65E94285752B}" srcOrd="1" destOrd="0" presId="urn:microsoft.com/office/officeart/2018/2/layout/IconVerticalSolidList"/>
    <dgm:cxn modelId="{C5DE4ECC-812D-44C2-8A5F-76B398F6A03D}" type="presParOf" srcId="{E98613D3-37A5-405F-A134-3D7ACA6D8664}" destId="{CB13532F-C75E-4291-811D-9533BAF643E9}" srcOrd="2" destOrd="0" presId="urn:microsoft.com/office/officeart/2018/2/layout/IconVerticalSolidList"/>
    <dgm:cxn modelId="{1E0ABEA3-A173-4DBA-8E97-63826D873E01}" type="presParOf" srcId="{E98613D3-37A5-405F-A134-3D7ACA6D8664}" destId="{FE33230C-5BD2-4393-94F9-6650D45B160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C231523-5230-4A1E-A8E0-938582626421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7D03B17-C96A-48E5-82EA-D9989D11B9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Increase online marketing</a:t>
          </a:r>
          <a:endParaRPr lang="en-US"/>
        </a:p>
      </dgm:t>
    </dgm:pt>
    <dgm:pt modelId="{FEABBA57-4E31-4C14-8997-DE64AD38CC45}" type="parTrans" cxnId="{C3F96399-1E16-42BA-AC7A-1A81BBEC6895}">
      <dgm:prSet/>
      <dgm:spPr/>
      <dgm:t>
        <a:bodyPr/>
        <a:lstStyle/>
        <a:p>
          <a:endParaRPr lang="en-US"/>
        </a:p>
      </dgm:t>
    </dgm:pt>
    <dgm:pt modelId="{1BFA4EC7-0409-4790-BA73-D15E50E69042}" type="sibTrans" cxnId="{C3F96399-1E16-42BA-AC7A-1A81BBEC6895}">
      <dgm:prSet/>
      <dgm:spPr/>
      <dgm:t>
        <a:bodyPr/>
        <a:lstStyle/>
        <a:p>
          <a:endParaRPr lang="en-US"/>
        </a:p>
      </dgm:t>
    </dgm:pt>
    <dgm:pt modelId="{7CA63CDF-4F03-44E2-BAC5-068A9B30F4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Offer combo deals on low-selling products</a:t>
          </a:r>
          <a:endParaRPr lang="en-US"/>
        </a:p>
      </dgm:t>
    </dgm:pt>
    <dgm:pt modelId="{FEF3CE87-AE17-4270-94A4-AA4C7C200EEC}" type="parTrans" cxnId="{F85ABAB8-B53B-498F-ABBB-B8B0C29426AE}">
      <dgm:prSet/>
      <dgm:spPr/>
      <dgm:t>
        <a:bodyPr/>
        <a:lstStyle/>
        <a:p>
          <a:endParaRPr lang="en-US"/>
        </a:p>
      </dgm:t>
    </dgm:pt>
    <dgm:pt modelId="{A18CFEC6-18BF-4034-BB6E-E34BE4CD830F}" type="sibTrans" cxnId="{F85ABAB8-B53B-498F-ABBB-B8B0C29426AE}">
      <dgm:prSet/>
      <dgm:spPr/>
      <dgm:t>
        <a:bodyPr/>
        <a:lstStyle/>
        <a:p>
          <a:endParaRPr lang="en-US"/>
        </a:p>
      </dgm:t>
    </dgm:pt>
    <dgm:pt modelId="{32531E74-CFAF-4143-802D-61253B9985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Analyze peak days for future inventory planning</a:t>
          </a:r>
          <a:endParaRPr lang="en-US"/>
        </a:p>
      </dgm:t>
    </dgm:pt>
    <dgm:pt modelId="{545C7E11-CFC7-4DF3-B0E5-FF75DA29FC67}" type="parTrans" cxnId="{54847381-172D-4B86-B242-041D054BE306}">
      <dgm:prSet/>
      <dgm:spPr/>
      <dgm:t>
        <a:bodyPr/>
        <a:lstStyle/>
        <a:p>
          <a:endParaRPr lang="en-US"/>
        </a:p>
      </dgm:t>
    </dgm:pt>
    <dgm:pt modelId="{D85814EF-E627-4DD9-8E15-314F5C75BF01}" type="sibTrans" cxnId="{54847381-172D-4B86-B242-041D054BE306}">
      <dgm:prSet/>
      <dgm:spPr/>
      <dgm:t>
        <a:bodyPr/>
        <a:lstStyle/>
        <a:p>
          <a:endParaRPr lang="en-US"/>
        </a:p>
      </dgm:t>
    </dgm:pt>
    <dgm:pt modelId="{7E0203D9-C8C2-4848-BB14-8E398156C4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Create loyalty programs</a:t>
          </a:r>
          <a:endParaRPr lang="en-US"/>
        </a:p>
      </dgm:t>
    </dgm:pt>
    <dgm:pt modelId="{D8F9751B-514A-429A-929B-E5A9EA556F6E}" type="parTrans" cxnId="{EB0FF5E1-5BC7-42B0-8755-E8D206B6C138}">
      <dgm:prSet/>
      <dgm:spPr/>
      <dgm:t>
        <a:bodyPr/>
        <a:lstStyle/>
        <a:p>
          <a:endParaRPr lang="en-US"/>
        </a:p>
      </dgm:t>
    </dgm:pt>
    <dgm:pt modelId="{137D1AC7-ADC2-45BE-9A0D-0D712AF37138}" type="sibTrans" cxnId="{EB0FF5E1-5BC7-42B0-8755-E8D206B6C138}">
      <dgm:prSet/>
      <dgm:spPr/>
      <dgm:t>
        <a:bodyPr/>
        <a:lstStyle/>
        <a:p>
          <a:endParaRPr lang="en-US"/>
        </a:p>
      </dgm:t>
    </dgm:pt>
    <dgm:pt modelId="{E9F87C1E-73AD-4EB5-8F19-DD34D9A1BC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Expand top-performing brands</a:t>
          </a:r>
          <a:endParaRPr lang="en-US"/>
        </a:p>
      </dgm:t>
    </dgm:pt>
    <dgm:pt modelId="{F88287E9-80ED-4DDA-A267-23803F7E1089}" type="parTrans" cxnId="{E382AEE8-C3D4-4DDE-BD07-3B92C3189460}">
      <dgm:prSet/>
      <dgm:spPr/>
      <dgm:t>
        <a:bodyPr/>
        <a:lstStyle/>
        <a:p>
          <a:endParaRPr lang="en-US"/>
        </a:p>
      </dgm:t>
    </dgm:pt>
    <dgm:pt modelId="{29836F5E-3CB3-4958-906B-7A37F0BF65C5}" type="sibTrans" cxnId="{E382AEE8-C3D4-4DDE-BD07-3B92C3189460}">
      <dgm:prSet/>
      <dgm:spPr/>
      <dgm:t>
        <a:bodyPr/>
        <a:lstStyle/>
        <a:p>
          <a:endParaRPr lang="en-US"/>
        </a:p>
      </dgm:t>
    </dgm:pt>
    <dgm:pt modelId="{C66B09F9-4C7C-4AEA-A1BA-EE7156F258BC}" type="pres">
      <dgm:prSet presAssocID="{8C231523-5230-4A1E-A8E0-938582626421}" presName="root" presStyleCnt="0">
        <dgm:presLayoutVars>
          <dgm:dir/>
          <dgm:resizeHandles val="exact"/>
        </dgm:presLayoutVars>
      </dgm:prSet>
      <dgm:spPr/>
    </dgm:pt>
    <dgm:pt modelId="{270857E3-4B8E-448F-A0D5-EA964BEB0C47}" type="pres">
      <dgm:prSet presAssocID="{D7D03B17-C96A-48E5-82EA-D9989D11B902}" presName="compNode" presStyleCnt="0"/>
      <dgm:spPr/>
    </dgm:pt>
    <dgm:pt modelId="{02B33E78-40A6-4C89-86F9-07F18BE6376F}" type="pres">
      <dgm:prSet presAssocID="{D7D03B17-C96A-48E5-82EA-D9989D11B90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16E81BFF-5BF8-493C-8333-BC28E5C51907}" type="pres">
      <dgm:prSet presAssocID="{D7D03B17-C96A-48E5-82EA-D9989D11B902}" presName="spaceRect" presStyleCnt="0"/>
      <dgm:spPr/>
    </dgm:pt>
    <dgm:pt modelId="{F12B4991-41BE-4724-902D-EDE93C9775BF}" type="pres">
      <dgm:prSet presAssocID="{D7D03B17-C96A-48E5-82EA-D9989D11B902}" presName="textRect" presStyleLbl="revTx" presStyleIdx="0" presStyleCnt="5">
        <dgm:presLayoutVars>
          <dgm:chMax val="1"/>
          <dgm:chPref val="1"/>
        </dgm:presLayoutVars>
      </dgm:prSet>
      <dgm:spPr/>
    </dgm:pt>
    <dgm:pt modelId="{000FD027-3A05-4330-B16F-98A48709A759}" type="pres">
      <dgm:prSet presAssocID="{1BFA4EC7-0409-4790-BA73-D15E50E69042}" presName="sibTrans" presStyleCnt="0"/>
      <dgm:spPr/>
    </dgm:pt>
    <dgm:pt modelId="{18AF8E7E-3B6A-4195-9599-4B5544D4D33E}" type="pres">
      <dgm:prSet presAssocID="{7CA63CDF-4F03-44E2-BAC5-068A9B30F4E1}" presName="compNode" presStyleCnt="0"/>
      <dgm:spPr/>
    </dgm:pt>
    <dgm:pt modelId="{A6993A8A-AB8C-4167-951D-129A3158DF75}" type="pres">
      <dgm:prSet presAssocID="{7CA63CDF-4F03-44E2-BAC5-068A9B30F4E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g"/>
        </a:ext>
      </dgm:extLst>
    </dgm:pt>
    <dgm:pt modelId="{23F0333D-673E-4135-8F86-797460CA30F4}" type="pres">
      <dgm:prSet presAssocID="{7CA63CDF-4F03-44E2-BAC5-068A9B30F4E1}" presName="spaceRect" presStyleCnt="0"/>
      <dgm:spPr/>
    </dgm:pt>
    <dgm:pt modelId="{475855D0-32DB-41D6-99F0-7ADC563AA045}" type="pres">
      <dgm:prSet presAssocID="{7CA63CDF-4F03-44E2-BAC5-068A9B30F4E1}" presName="textRect" presStyleLbl="revTx" presStyleIdx="1" presStyleCnt="5">
        <dgm:presLayoutVars>
          <dgm:chMax val="1"/>
          <dgm:chPref val="1"/>
        </dgm:presLayoutVars>
      </dgm:prSet>
      <dgm:spPr/>
    </dgm:pt>
    <dgm:pt modelId="{C95CF469-3351-4BEC-95D1-74D5DB365BDB}" type="pres">
      <dgm:prSet presAssocID="{A18CFEC6-18BF-4034-BB6E-E34BE4CD830F}" presName="sibTrans" presStyleCnt="0"/>
      <dgm:spPr/>
    </dgm:pt>
    <dgm:pt modelId="{14A13D60-F616-434F-8A56-EC080EB69844}" type="pres">
      <dgm:prSet presAssocID="{32531E74-CFAF-4143-802D-61253B998572}" presName="compNode" presStyleCnt="0"/>
      <dgm:spPr/>
    </dgm:pt>
    <dgm:pt modelId="{1C9BC6C6-EFAE-4443-90F8-1F7293BC7EC2}" type="pres">
      <dgm:prSet presAssocID="{32531E74-CFAF-4143-802D-61253B99857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72C3C7F-DFD6-456D-83AD-8FCB5A737633}" type="pres">
      <dgm:prSet presAssocID="{32531E74-CFAF-4143-802D-61253B998572}" presName="spaceRect" presStyleCnt="0"/>
      <dgm:spPr/>
    </dgm:pt>
    <dgm:pt modelId="{5A8020F7-E4BE-49B9-8951-9219C67BBCDC}" type="pres">
      <dgm:prSet presAssocID="{32531E74-CFAF-4143-802D-61253B998572}" presName="textRect" presStyleLbl="revTx" presStyleIdx="2" presStyleCnt="5">
        <dgm:presLayoutVars>
          <dgm:chMax val="1"/>
          <dgm:chPref val="1"/>
        </dgm:presLayoutVars>
      </dgm:prSet>
      <dgm:spPr/>
    </dgm:pt>
    <dgm:pt modelId="{D36FCDD8-01FB-4C02-BD08-C8DB82A3DBFF}" type="pres">
      <dgm:prSet presAssocID="{D85814EF-E627-4DD9-8E15-314F5C75BF01}" presName="sibTrans" presStyleCnt="0"/>
      <dgm:spPr/>
    </dgm:pt>
    <dgm:pt modelId="{4EC8585B-F1A4-46E3-AE57-A1FF91F9D488}" type="pres">
      <dgm:prSet presAssocID="{7E0203D9-C8C2-4848-BB14-8E398156C4BC}" presName="compNode" presStyleCnt="0"/>
      <dgm:spPr/>
    </dgm:pt>
    <dgm:pt modelId="{B190DD67-A64F-4B98-A518-DC2D4D4259B0}" type="pres">
      <dgm:prSet presAssocID="{7E0203D9-C8C2-4848-BB14-8E398156C4B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01390369-8A9E-4A57-9E03-B99521F3F3FE}" type="pres">
      <dgm:prSet presAssocID="{7E0203D9-C8C2-4848-BB14-8E398156C4BC}" presName="spaceRect" presStyleCnt="0"/>
      <dgm:spPr/>
    </dgm:pt>
    <dgm:pt modelId="{355916CA-5424-4A3A-B591-5475848171C8}" type="pres">
      <dgm:prSet presAssocID="{7E0203D9-C8C2-4848-BB14-8E398156C4BC}" presName="textRect" presStyleLbl="revTx" presStyleIdx="3" presStyleCnt="5">
        <dgm:presLayoutVars>
          <dgm:chMax val="1"/>
          <dgm:chPref val="1"/>
        </dgm:presLayoutVars>
      </dgm:prSet>
      <dgm:spPr/>
    </dgm:pt>
    <dgm:pt modelId="{293834B6-1D3C-4859-A744-88A0F0F0FC3F}" type="pres">
      <dgm:prSet presAssocID="{137D1AC7-ADC2-45BE-9A0D-0D712AF37138}" presName="sibTrans" presStyleCnt="0"/>
      <dgm:spPr/>
    </dgm:pt>
    <dgm:pt modelId="{8F206887-302F-4940-B4DB-62E99DFE8004}" type="pres">
      <dgm:prSet presAssocID="{E9F87C1E-73AD-4EB5-8F19-DD34D9A1BC85}" presName="compNode" presStyleCnt="0"/>
      <dgm:spPr/>
    </dgm:pt>
    <dgm:pt modelId="{2D40C6E0-1169-43AB-AA0E-BBD1DE4A268F}" type="pres">
      <dgm:prSet presAssocID="{E9F87C1E-73AD-4EB5-8F19-DD34D9A1BC8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ximize"/>
        </a:ext>
      </dgm:extLst>
    </dgm:pt>
    <dgm:pt modelId="{B84E7E8A-0B1F-4CE9-A56F-99DE7F76C8AD}" type="pres">
      <dgm:prSet presAssocID="{E9F87C1E-73AD-4EB5-8F19-DD34D9A1BC85}" presName="spaceRect" presStyleCnt="0"/>
      <dgm:spPr/>
    </dgm:pt>
    <dgm:pt modelId="{C0D1972C-3FA9-4170-859E-8C919268A474}" type="pres">
      <dgm:prSet presAssocID="{E9F87C1E-73AD-4EB5-8F19-DD34D9A1BC8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9EF856E-B5E6-4E06-A208-997BFDD612DE}" type="presOf" srcId="{D7D03B17-C96A-48E5-82EA-D9989D11B902}" destId="{F12B4991-41BE-4724-902D-EDE93C9775BF}" srcOrd="0" destOrd="0" presId="urn:microsoft.com/office/officeart/2018/2/layout/IconLabelList"/>
    <dgm:cxn modelId="{BD6A2174-3B7E-463D-922F-AC9DE6033AB4}" type="presOf" srcId="{8C231523-5230-4A1E-A8E0-938582626421}" destId="{C66B09F9-4C7C-4AEA-A1BA-EE7156F258BC}" srcOrd="0" destOrd="0" presId="urn:microsoft.com/office/officeart/2018/2/layout/IconLabelList"/>
    <dgm:cxn modelId="{640D2858-B259-45FB-971C-CD43FC059A46}" type="presOf" srcId="{32531E74-CFAF-4143-802D-61253B998572}" destId="{5A8020F7-E4BE-49B9-8951-9219C67BBCDC}" srcOrd="0" destOrd="0" presId="urn:microsoft.com/office/officeart/2018/2/layout/IconLabelList"/>
    <dgm:cxn modelId="{54847381-172D-4B86-B242-041D054BE306}" srcId="{8C231523-5230-4A1E-A8E0-938582626421}" destId="{32531E74-CFAF-4143-802D-61253B998572}" srcOrd="2" destOrd="0" parTransId="{545C7E11-CFC7-4DF3-B0E5-FF75DA29FC67}" sibTransId="{D85814EF-E627-4DD9-8E15-314F5C75BF01}"/>
    <dgm:cxn modelId="{C3F96399-1E16-42BA-AC7A-1A81BBEC6895}" srcId="{8C231523-5230-4A1E-A8E0-938582626421}" destId="{D7D03B17-C96A-48E5-82EA-D9989D11B902}" srcOrd="0" destOrd="0" parTransId="{FEABBA57-4E31-4C14-8997-DE64AD38CC45}" sibTransId="{1BFA4EC7-0409-4790-BA73-D15E50E69042}"/>
    <dgm:cxn modelId="{5A7438A8-E44F-4D5F-BB53-D0FDC4B0E1F3}" type="presOf" srcId="{7CA63CDF-4F03-44E2-BAC5-068A9B30F4E1}" destId="{475855D0-32DB-41D6-99F0-7ADC563AA045}" srcOrd="0" destOrd="0" presId="urn:microsoft.com/office/officeart/2018/2/layout/IconLabelList"/>
    <dgm:cxn modelId="{89D35FAC-CEF5-4C2A-9F86-DD83F10F04F5}" type="presOf" srcId="{E9F87C1E-73AD-4EB5-8F19-DD34D9A1BC85}" destId="{C0D1972C-3FA9-4170-859E-8C919268A474}" srcOrd="0" destOrd="0" presId="urn:microsoft.com/office/officeart/2018/2/layout/IconLabelList"/>
    <dgm:cxn modelId="{F85ABAB8-B53B-498F-ABBB-B8B0C29426AE}" srcId="{8C231523-5230-4A1E-A8E0-938582626421}" destId="{7CA63CDF-4F03-44E2-BAC5-068A9B30F4E1}" srcOrd="1" destOrd="0" parTransId="{FEF3CE87-AE17-4270-94A4-AA4C7C200EEC}" sibTransId="{A18CFEC6-18BF-4034-BB6E-E34BE4CD830F}"/>
    <dgm:cxn modelId="{906A36DD-A073-444F-9BC3-78E1977B21F3}" type="presOf" srcId="{7E0203D9-C8C2-4848-BB14-8E398156C4BC}" destId="{355916CA-5424-4A3A-B591-5475848171C8}" srcOrd="0" destOrd="0" presId="urn:microsoft.com/office/officeart/2018/2/layout/IconLabelList"/>
    <dgm:cxn modelId="{EB0FF5E1-5BC7-42B0-8755-E8D206B6C138}" srcId="{8C231523-5230-4A1E-A8E0-938582626421}" destId="{7E0203D9-C8C2-4848-BB14-8E398156C4BC}" srcOrd="3" destOrd="0" parTransId="{D8F9751B-514A-429A-929B-E5A9EA556F6E}" sibTransId="{137D1AC7-ADC2-45BE-9A0D-0D712AF37138}"/>
    <dgm:cxn modelId="{E382AEE8-C3D4-4DDE-BD07-3B92C3189460}" srcId="{8C231523-5230-4A1E-A8E0-938582626421}" destId="{E9F87C1E-73AD-4EB5-8F19-DD34D9A1BC85}" srcOrd="4" destOrd="0" parTransId="{F88287E9-80ED-4DDA-A267-23803F7E1089}" sibTransId="{29836F5E-3CB3-4958-906B-7A37F0BF65C5}"/>
    <dgm:cxn modelId="{BE4F2FF0-0954-43D5-BEE5-7996305262B8}" type="presParOf" srcId="{C66B09F9-4C7C-4AEA-A1BA-EE7156F258BC}" destId="{270857E3-4B8E-448F-A0D5-EA964BEB0C47}" srcOrd="0" destOrd="0" presId="urn:microsoft.com/office/officeart/2018/2/layout/IconLabelList"/>
    <dgm:cxn modelId="{2083CB29-E630-4785-9B4C-2F390A382839}" type="presParOf" srcId="{270857E3-4B8E-448F-A0D5-EA964BEB0C47}" destId="{02B33E78-40A6-4C89-86F9-07F18BE6376F}" srcOrd="0" destOrd="0" presId="urn:microsoft.com/office/officeart/2018/2/layout/IconLabelList"/>
    <dgm:cxn modelId="{9E31B737-1567-4B0A-8A31-C87425DDAF26}" type="presParOf" srcId="{270857E3-4B8E-448F-A0D5-EA964BEB0C47}" destId="{16E81BFF-5BF8-493C-8333-BC28E5C51907}" srcOrd="1" destOrd="0" presId="urn:microsoft.com/office/officeart/2018/2/layout/IconLabelList"/>
    <dgm:cxn modelId="{0A7E79CA-18B9-4025-963C-A33BE2F231BC}" type="presParOf" srcId="{270857E3-4B8E-448F-A0D5-EA964BEB0C47}" destId="{F12B4991-41BE-4724-902D-EDE93C9775BF}" srcOrd="2" destOrd="0" presId="urn:microsoft.com/office/officeart/2018/2/layout/IconLabelList"/>
    <dgm:cxn modelId="{0EEF4405-1FA0-4E0D-B3A1-EE50F3EC9587}" type="presParOf" srcId="{C66B09F9-4C7C-4AEA-A1BA-EE7156F258BC}" destId="{000FD027-3A05-4330-B16F-98A48709A759}" srcOrd="1" destOrd="0" presId="urn:microsoft.com/office/officeart/2018/2/layout/IconLabelList"/>
    <dgm:cxn modelId="{8874A3B3-31A3-458D-BA9A-AE4ECBD1A85B}" type="presParOf" srcId="{C66B09F9-4C7C-4AEA-A1BA-EE7156F258BC}" destId="{18AF8E7E-3B6A-4195-9599-4B5544D4D33E}" srcOrd="2" destOrd="0" presId="urn:microsoft.com/office/officeart/2018/2/layout/IconLabelList"/>
    <dgm:cxn modelId="{DCAF5A6C-A3E2-47C8-BBDF-900F928B972F}" type="presParOf" srcId="{18AF8E7E-3B6A-4195-9599-4B5544D4D33E}" destId="{A6993A8A-AB8C-4167-951D-129A3158DF75}" srcOrd="0" destOrd="0" presId="urn:microsoft.com/office/officeart/2018/2/layout/IconLabelList"/>
    <dgm:cxn modelId="{69CE39CB-4549-4D0A-B4C8-245A8854A126}" type="presParOf" srcId="{18AF8E7E-3B6A-4195-9599-4B5544D4D33E}" destId="{23F0333D-673E-4135-8F86-797460CA30F4}" srcOrd="1" destOrd="0" presId="urn:microsoft.com/office/officeart/2018/2/layout/IconLabelList"/>
    <dgm:cxn modelId="{E3DD03FD-049B-4B06-82A6-65108F365DF9}" type="presParOf" srcId="{18AF8E7E-3B6A-4195-9599-4B5544D4D33E}" destId="{475855D0-32DB-41D6-99F0-7ADC563AA045}" srcOrd="2" destOrd="0" presId="urn:microsoft.com/office/officeart/2018/2/layout/IconLabelList"/>
    <dgm:cxn modelId="{82F07702-CC53-4794-9EA4-E8F592FE7D3E}" type="presParOf" srcId="{C66B09F9-4C7C-4AEA-A1BA-EE7156F258BC}" destId="{C95CF469-3351-4BEC-95D1-74D5DB365BDB}" srcOrd="3" destOrd="0" presId="urn:microsoft.com/office/officeart/2018/2/layout/IconLabelList"/>
    <dgm:cxn modelId="{4E2EF08A-4FE6-48BA-90C8-A387270F580C}" type="presParOf" srcId="{C66B09F9-4C7C-4AEA-A1BA-EE7156F258BC}" destId="{14A13D60-F616-434F-8A56-EC080EB69844}" srcOrd="4" destOrd="0" presId="urn:microsoft.com/office/officeart/2018/2/layout/IconLabelList"/>
    <dgm:cxn modelId="{50783C0C-1838-4541-92DD-FED32C0823A4}" type="presParOf" srcId="{14A13D60-F616-434F-8A56-EC080EB69844}" destId="{1C9BC6C6-EFAE-4443-90F8-1F7293BC7EC2}" srcOrd="0" destOrd="0" presId="urn:microsoft.com/office/officeart/2018/2/layout/IconLabelList"/>
    <dgm:cxn modelId="{A312020F-DCBC-44F1-B254-768C69B9EF88}" type="presParOf" srcId="{14A13D60-F616-434F-8A56-EC080EB69844}" destId="{772C3C7F-DFD6-456D-83AD-8FCB5A737633}" srcOrd="1" destOrd="0" presId="urn:microsoft.com/office/officeart/2018/2/layout/IconLabelList"/>
    <dgm:cxn modelId="{65C15FF9-FF2D-4D1F-B605-2232780AD57C}" type="presParOf" srcId="{14A13D60-F616-434F-8A56-EC080EB69844}" destId="{5A8020F7-E4BE-49B9-8951-9219C67BBCDC}" srcOrd="2" destOrd="0" presId="urn:microsoft.com/office/officeart/2018/2/layout/IconLabelList"/>
    <dgm:cxn modelId="{74C41289-3C35-44B8-A980-271B40F3B098}" type="presParOf" srcId="{C66B09F9-4C7C-4AEA-A1BA-EE7156F258BC}" destId="{D36FCDD8-01FB-4C02-BD08-C8DB82A3DBFF}" srcOrd="5" destOrd="0" presId="urn:microsoft.com/office/officeart/2018/2/layout/IconLabelList"/>
    <dgm:cxn modelId="{B6E9033C-4EF4-415E-B968-4059B8D84D57}" type="presParOf" srcId="{C66B09F9-4C7C-4AEA-A1BA-EE7156F258BC}" destId="{4EC8585B-F1A4-46E3-AE57-A1FF91F9D488}" srcOrd="6" destOrd="0" presId="urn:microsoft.com/office/officeart/2018/2/layout/IconLabelList"/>
    <dgm:cxn modelId="{D8725D0B-3D80-48A5-8AE6-23CDEDCF3B89}" type="presParOf" srcId="{4EC8585B-F1A4-46E3-AE57-A1FF91F9D488}" destId="{B190DD67-A64F-4B98-A518-DC2D4D4259B0}" srcOrd="0" destOrd="0" presId="urn:microsoft.com/office/officeart/2018/2/layout/IconLabelList"/>
    <dgm:cxn modelId="{AFE7BE6A-9151-4780-8AB9-0F1DADF340FB}" type="presParOf" srcId="{4EC8585B-F1A4-46E3-AE57-A1FF91F9D488}" destId="{01390369-8A9E-4A57-9E03-B99521F3F3FE}" srcOrd="1" destOrd="0" presId="urn:microsoft.com/office/officeart/2018/2/layout/IconLabelList"/>
    <dgm:cxn modelId="{28B4A84B-385A-4912-A09C-5D5A5496C3C0}" type="presParOf" srcId="{4EC8585B-F1A4-46E3-AE57-A1FF91F9D488}" destId="{355916CA-5424-4A3A-B591-5475848171C8}" srcOrd="2" destOrd="0" presId="urn:microsoft.com/office/officeart/2018/2/layout/IconLabelList"/>
    <dgm:cxn modelId="{160E76E5-39CA-4FE7-B6F3-7FE5C15909A5}" type="presParOf" srcId="{C66B09F9-4C7C-4AEA-A1BA-EE7156F258BC}" destId="{293834B6-1D3C-4859-A744-88A0F0F0FC3F}" srcOrd="7" destOrd="0" presId="urn:microsoft.com/office/officeart/2018/2/layout/IconLabelList"/>
    <dgm:cxn modelId="{CD2C4A0C-E632-4BA5-9A13-B06256943DA9}" type="presParOf" srcId="{C66B09F9-4C7C-4AEA-A1BA-EE7156F258BC}" destId="{8F206887-302F-4940-B4DB-62E99DFE8004}" srcOrd="8" destOrd="0" presId="urn:microsoft.com/office/officeart/2018/2/layout/IconLabelList"/>
    <dgm:cxn modelId="{A1EE7A94-A2CC-4995-9F1E-985B571FAAA2}" type="presParOf" srcId="{8F206887-302F-4940-B4DB-62E99DFE8004}" destId="{2D40C6E0-1169-43AB-AA0E-BBD1DE4A268F}" srcOrd="0" destOrd="0" presId="urn:microsoft.com/office/officeart/2018/2/layout/IconLabelList"/>
    <dgm:cxn modelId="{F1321C25-CF2A-4B7E-ACCD-E228ACD5F246}" type="presParOf" srcId="{8F206887-302F-4940-B4DB-62E99DFE8004}" destId="{B84E7E8A-0B1F-4CE9-A56F-99DE7F76C8AD}" srcOrd="1" destOrd="0" presId="urn:microsoft.com/office/officeart/2018/2/layout/IconLabelList"/>
    <dgm:cxn modelId="{8A0D72BE-9785-4EDC-B9FC-58DEBD533616}" type="presParOf" srcId="{8F206887-302F-4940-B4DB-62E99DFE8004}" destId="{C0D1972C-3FA9-4170-859E-8C919268A47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5156CB-2B49-4CDF-A601-B14B740FAC6D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BC3BE2-4DC5-47D5-9363-9254402A047C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EFD697-F8F6-4BC9-9BA0-70E83D00151D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KPI Cards</a:t>
          </a:r>
          <a:endParaRPr lang="en-US" sz="2200" kern="1200"/>
        </a:p>
      </dsp:txBody>
      <dsp:txXfrm>
        <a:off x="1057183" y="1805"/>
        <a:ext cx="9458416" cy="915310"/>
      </dsp:txXfrm>
    </dsp:sp>
    <dsp:sp modelId="{3FA30983-984D-4CE3-A683-19584D0C2F33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4D566E-720C-4127-A5DE-642BEF1F1B70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7553AE-46F3-4B1F-A4EF-D772954D1B8A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Item Wise Sale (Bar Chart)</a:t>
          </a:r>
        </a:p>
      </dsp:txBody>
      <dsp:txXfrm>
        <a:off x="1057183" y="1145944"/>
        <a:ext cx="9458416" cy="915310"/>
      </dsp:txXfrm>
    </dsp:sp>
    <dsp:sp modelId="{B4F34A62-8597-4A16-A763-A547A7F39767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DC1460-DC6F-448A-A217-4A490B47551C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DEB0A8-499A-4DA8-9EE1-14616E89501C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On Shop vs Online (Pie Chart)</a:t>
          </a:r>
        </a:p>
      </dsp:txBody>
      <dsp:txXfrm>
        <a:off x="1057183" y="2290082"/>
        <a:ext cx="9458416" cy="915310"/>
      </dsp:txXfrm>
    </dsp:sp>
    <dsp:sp modelId="{CECDEE61-569F-4D66-A2EE-E38E5BD2B733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1FE872-C812-4BE2-8A79-65E94285752B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33230C-5BD2-4393-94F9-6650D45B1601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Sales by Day (Column Chart)</a:t>
          </a:r>
        </a:p>
      </dsp:txBody>
      <dsp:txXfrm>
        <a:off x="1057183" y="3434221"/>
        <a:ext cx="9458416" cy="915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B33E78-40A6-4C89-86F9-07F18BE6376F}">
      <dsp:nvSpPr>
        <dsp:cNvPr id="0" name=""/>
        <dsp:cNvSpPr/>
      </dsp:nvSpPr>
      <dsp:spPr>
        <a:xfrm>
          <a:off x="622800" y="1383840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2B4991-41BE-4724-902D-EDE93C9775BF}">
      <dsp:nvSpPr>
        <dsp:cNvPr id="0" name=""/>
        <dsp:cNvSpPr/>
      </dsp:nvSpPr>
      <dsp:spPr>
        <a:xfrm>
          <a:off x="127800" y="24681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Increase online marketing</a:t>
          </a:r>
          <a:endParaRPr lang="en-US" sz="1500" kern="1200"/>
        </a:p>
      </dsp:txBody>
      <dsp:txXfrm>
        <a:off x="127800" y="2468160"/>
        <a:ext cx="1800000" cy="720000"/>
      </dsp:txXfrm>
    </dsp:sp>
    <dsp:sp modelId="{A6993A8A-AB8C-4167-951D-129A3158DF75}">
      <dsp:nvSpPr>
        <dsp:cNvPr id="0" name=""/>
        <dsp:cNvSpPr/>
      </dsp:nvSpPr>
      <dsp:spPr>
        <a:xfrm>
          <a:off x="2737800" y="1383840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5855D0-32DB-41D6-99F0-7ADC563AA045}">
      <dsp:nvSpPr>
        <dsp:cNvPr id="0" name=""/>
        <dsp:cNvSpPr/>
      </dsp:nvSpPr>
      <dsp:spPr>
        <a:xfrm>
          <a:off x="2242800" y="24681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Offer combo deals on low-selling products</a:t>
          </a:r>
          <a:endParaRPr lang="en-US" sz="1500" kern="1200"/>
        </a:p>
      </dsp:txBody>
      <dsp:txXfrm>
        <a:off x="2242800" y="2468160"/>
        <a:ext cx="1800000" cy="720000"/>
      </dsp:txXfrm>
    </dsp:sp>
    <dsp:sp modelId="{1C9BC6C6-EFAE-4443-90F8-1F7293BC7EC2}">
      <dsp:nvSpPr>
        <dsp:cNvPr id="0" name=""/>
        <dsp:cNvSpPr/>
      </dsp:nvSpPr>
      <dsp:spPr>
        <a:xfrm>
          <a:off x="4852800" y="1383840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8020F7-E4BE-49B9-8951-9219C67BBCDC}">
      <dsp:nvSpPr>
        <dsp:cNvPr id="0" name=""/>
        <dsp:cNvSpPr/>
      </dsp:nvSpPr>
      <dsp:spPr>
        <a:xfrm>
          <a:off x="4357800" y="24681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Analyze peak days for future inventory planning</a:t>
          </a:r>
          <a:endParaRPr lang="en-US" sz="1500" kern="1200"/>
        </a:p>
      </dsp:txBody>
      <dsp:txXfrm>
        <a:off x="4357800" y="2468160"/>
        <a:ext cx="1800000" cy="720000"/>
      </dsp:txXfrm>
    </dsp:sp>
    <dsp:sp modelId="{B190DD67-A64F-4B98-A518-DC2D4D4259B0}">
      <dsp:nvSpPr>
        <dsp:cNvPr id="0" name=""/>
        <dsp:cNvSpPr/>
      </dsp:nvSpPr>
      <dsp:spPr>
        <a:xfrm>
          <a:off x="6967800" y="1383840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916CA-5424-4A3A-B591-5475848171C8}">
      <dsp:nvSpPr>
        <dsp:cNvPr id="0" name=""/>
        <dsp:cNvSpPr/>
      </dsp:nvSpPr>
      <dsp:spPr>
        <a:xfrm>
          <a:off x="6472800" y="24681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Create loyalty programs</a:t>
          </a:r>
          <a:endParaRPr lang="en-US" sz="1500" kern="1200"/>
        </a:p>
      </dsp:txBody>
      <dsp:txXfrm>
        <a:off x="6472800" y="2468160"/>
        <a:ext cx="1800000" cy="720000"/>
      </dsp:txXfrm>
    </dsp:sp>
    <dsp:sp modelId="{2D40C6E0-1169-43AB-AA0E-BBD1DE4A268F}">
      <dsp:nvSpPr>
        <dsp:cNvPr id="0" name=""/>
        <dsp:cNvSpPr/>
      </dsp:nvSpPr>
      <dsp:spPr>
        <a:xfrm>
          <a:off x="9082800" y="1383840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D1972C-3FA9-4170-859E-8C919268A474}">
      <dsp:nvSpPr>
        <dsp:cNvPr id="0" name=""/>
        <dsp:cNvSpPr/>
      </dsp:nvSpPr>
      <dsp:spPr>
        <a:xfrm>
          <a:off x="8587800" y="24681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Expand top-performing brands</a:t>
          </a:r>
          <a:endParaRPr lang="en-US" sz="1500" kern="1200"/>
        </a:p>
      </dsp:txBody>
      <dsp:txXfrm>
        <a:off x="8587800" y="2468160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55772-9239-0C58-0704-E89476B99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52B766-DCFC-A342-71BF-88D7EC6AED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17C61-9783-E895-592A-5A1440F00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B3C53-F008-400C-A517-42B658BC5DC9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9D824-F1E0-F119-92CF-6E65734E7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9E7F2-CED7-A688-086D-950DE2A7E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B0469-988E-46E9-9739-466B15E48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018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8747D-E6F4-7940-3790-30DACE840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B92A3-DBD2-9202-41BA-9D7FE9F39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82192-1B34-8A65-D27F-27F6680EF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B3C53-F008-400C-A517-42B658BC5DC9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3009B-C49D-0899-0061-C4A4A398B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1BE7D-0D56-7DE1-EBD7-B4E2D9B09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B0469-988E-46E9-9739-466B15E48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65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60BDB-0BDB-C63F-96FD-0FEFC35FC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25DFE-E5B7-18ED-E56D-1DC5E4BDD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32AE9-E6FD-9974-EFF9-9622EE89A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B3C53-F008-400C-A517-42B658BC5DC9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D8C7C-F50C-4266-6840-028BD7676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7A43D-D24F-7B9E-5690-FA23D80ED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B0469-988E-46E9-9739-466B15E48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156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8D285-650E-EF36-3A2A-3A3E9414C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EAC75-7DDA-D057-0308-8330CE55C0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77C357-CAE8-DCEB-2365-A62C257253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3CD5AF-A0FF-55DE-4031-DABD87BE7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B3C53-F008-400C-A517-42B658BC5DC9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429F6-5D2D-2810-2106-0065C7027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F758B3-CCA6-5A1D-8F7E-C3B8B2EA9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B0469-988E-46E9-9739-466B15E48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483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6E803-FAE6-0E59-6938-D304A1365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F51A4-C330-563E-4BDD-31B400DA4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2CCCA0-6211-4002-AAEF-8BEA6DF06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DC48FE-5B4F-1B62-6F86-82E9B479F2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5733E5-6D5F-255D-068B-8216225530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D53BCA-767C-5B78-F280-1B04C5E5A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B3C53-F008-400C-A517-42B658BC5DC9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F607CF-BDF2-72DB-D784-9D6760E15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BE08D5-12C4-E0AA-5FBA-25FDAC94A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B0469-988E-46E9-9739-466B15E48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558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DFCDA-A9E5-3CEE-1403-11AB00608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16B86D-FEFA-23C5-BCA6-1B965C314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B3C53-F008-400C-A517-42B658BC5DC9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C19A2D-DDD5-8479-30BE-B694AC89A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A5D06-575C-E6FC-AEB4-B084CC846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B0469-988E-46E9-9739-466B15E48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951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C94B2A-91B9-BE3B-7A81-377E9E906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B3C53-F008-400C-A517-42B658BC5DC9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8DACFA-70B2-82AD-CE83-A9BE5EAA0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C5FEA-0A4D-A956-C67A-84363F545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B0469-988E-46E9-9739-466B15E48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543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C3EB5-6D5D-AED0-F1E8-8CC6E8A56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D0E13-1AFC-1251-5531-F31615B79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CB7142-839D-4EAC-38D3-1269D573BF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208ED-2022-5D00-476D-4A4F772DB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B3C53-F008-400C-A517-42B658BC5DC9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D5A0B-ECA4-9EEF-7055-AF48F9D1E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EFAB30-F8F9-74F3-709E-E958291C5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B0469-988E-46E9-9739-466B15E48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114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1EFB8-8F0F-8C5B-7804-3CD71D870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99B7DF-D3A1-60C6-7AA3-A87688D782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250AF1-32FF-3307-C315-1D7244D84A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6F9AFB-E865-D1A9-3850-17257564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B3C53-F008-400C-A517-42B658BC5DC9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305E11-604E-93DF-27DE-1B9064F2E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5291B-4B79-A62C-C852-27DDD6332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B0469-988E-46E9-9739-466B15E48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025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B5EB5-B3BA-D365-7340-6F4AE6460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9D36C5-A993-6C92-4E69-3C90B00619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2455C-C115-1676-3DE8-66CF4D305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B3C53-F008-400C-A517-42B658BC5DC9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18631-CFD2-73AD-F370-F5BFBAFE3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6E18B-2FD1-3627-D634-7026F1EDC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B0469-988E-46E9-9739-466B15E48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267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160738-DBE4-48C0-8C5A-3759F0DC8A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A0B071-C5F7-BEEF-5C73-3E7C7F5E5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9FD41-F161-BF19-B4C6-6C21EA9E1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B3C53-F008-400C-A517-42B658BC5DC9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1CC16-3DE4-D4BE-1746-52BF98099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03917-C304-3AD0-4BC2-FE30AA85A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B0469-988E-46E9-9739-466B15E48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242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87CA0F-9CB0-240F-C460-D657EF81B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A2204-A719-B20C-AFE7-7BC867624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DC31C-B3FD-7341-42A3-FF46A4C6C2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CB3C53-F008-400C-A517-42B658BC5DC9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398D5-57F3-2449-4126-CBC929695B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B6992-5B37-5281-A1E7-B81574A48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CB0469-988E-46E9-9739-466B15E48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441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3960E0-BE35-DD37-0C80-86879EDC7E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/>
              <a:t>Kids Clothes Sales Performance Dashboard</a:t>
            </a:r>
            <a:endParaRPr lang="en-IN" sz="6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D36C11-2965-BF23-2F35-0A8928466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By JS</a:t>
            </a:r>
            <a:endParaRPr lang="en-IN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10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CCC07-7EA3-3FBB-9615-9CD426777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 dirty="0"/>
              <a:t>PROJECT OVERVIEW</a:t>
            </a:r>
            <a:endParaRPr lang="en-IN" sz="5400" dirty="0"/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23CF1FD-E541-83E2-E458-84CCFFC5D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b="1" dirty="0"/>
              <a:t>Tools Used:</a:t>
            </a:r>
          </a:p>
          <a:p>
            <a:r>
              <a:rPr lang="en-US" sz="2200" dirty="0"/>
              <a:t>Power BI</a:t>
            </a:r>
          </a:p>
          <a:p>
            <a:r>
              <a:rPr lang="en-US" sz="2200" dirty="0"/>
              <a:t>Excel (Data Source)</a:t>
            </a:r>
          </a:p>
          <a:p>
            <a:r>
              <a:rPr lang="en-US" sz="2200" dirty="0"/>
              <a:t>DAX</a:t>
            </a:r>
          </a:p>
          <a:p>
            <a:r>
              <a:rPr lang="en-US" sz="2200" dirty="0"/>
              <a:t>Data Modeling</a:t>
            </a:r>
          </a:p>
          <a:p>
            <a:r>
              <a:rPr lang="en-IN" sz="2200" b="1" dirty="0"/>
              <a:t>Domain:</a:t>
            </a:r>
          </a:p>
          <a:p>
            <a:r>
              <a:rPr lang="en-IN" sz="2200" dirty="0"/>
              <a:t>Retail / E-commerce</a:t>
            </a:r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D204B5-5AD7-EF0B-A735-EB4D91B80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478699"/>
            <a:ext cx="6903720" cy="390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597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E85EDA-9DAC-1A34-1B1A-1078B42C0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/>
              <a:t>Dataset Information</a:t>
            </a:r>
            <a:endParaRPr lang="en-IN" sz="5400" dirty="0"/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4726D-D21D-85CE-EBD2-F58A0FFA1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Data Contains:</a:t>
            </a:r>
          </a:p>
          <a:p>
            <a:r>
              <a:rPr lang="en-US" sz="2200"/>
              <a:t>Order Date</a:t>
            </a:r>
          </a:p>
          <a:p>
            <a:r>
              <a:rPr lang="en-US" sz="2200"/>
              <a:t>Product Name</a:t>
            </a:r>
          </a:p>
          <a:p>
            <a:r>
              <a:rPr lang="en-US" sz="2200"/>
              <a:t>Category</a:t>
            </a:r>
          </a:p>
          <a:p>
            <a:r>
              <a:rPr lang="en-US" sz="2200"/>
              <a:t>Sales Amount</a:t>
            </a:r>
          </a:p>
          <a:p>
            <a:r>
              <a:rPr lang="en-US" sz="2200"/>
              <a:t>Quantity</a:t>
            </a:r>
          </a:p>
          <a:p>
            <a:r>
              <a:rPr lang="en-US" sz="2200"/>
              <a:t>Sales Channel (On-Shop / Online)</a:t>
            </a:r>
          </a:p>
          <a:p>
            <a:endParaRPr lang="en-IN" sz="2200"/>
          </a:p>
        </p:txBody>
      </p:sp>
    </p:spTree>
    <p:extLst>
      <p:ext uri="{BB962C8B-B14F-4D97-AF65-F5344CB8AC3E}">
        <p14:creationId xmlns:p14="http://schemas.microsoft.com/office/powerpoint/2010/main" val="4233845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7CCD85-CE62-575B-22D9-585F3F6E4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dirty="0"/>
              <a:t>Data Cleaning &amp; Preparation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EC459D-79AC-1FE8-9A64-161E4DCA9F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Removed null values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Standardized item names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Converted date column to proper date format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Created calculated columns if needed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Built relationships (if multiple tables)</a:t>
            </a:r>
          </a:p>
        </p:txBody>
      </p:sp>
    </p:spTree>
    <p:extLst>
      <p:ext uri="{BB962C8B-B14F-4D97-AF65-F5344CB8AC3E}">
        <p14:creationId xmlns:p14="http://schemas.microsoft.com/office/powerpoint/2010/main" val="3570942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5D262-0D4C-35DB-4896-87533E33C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Visuals</a:t>
            </a:r>
            <a:endParaRPr lang="en-IN" sz="5400" dirty="0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A0EB9439-C628-1F5A-5A34-AEA4F023350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5702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09F697-84EF-4372-703D-1ABB1014C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IN" sz="3800"/>
              <a:t>Business Problem Statement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C2F7168-1E42-0592-8DF8-A46049F110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0936" y="2807208"/>
            <a:ext cx="3429000" cy="34107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Track total sales performance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Compare On-Shop vs Online sales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Identify top-selling products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Analyze daily sales trend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Improve low-performing categories</a:t>
            </a:r>
          </a:p>
        </p:txBody>
      </p:sp>
      <p:pic>
        <p:nvPicPr>
          <p:cNvPr id="8" name="Graphic 7" descr="Upward trend">
            <a:extLst>
              <a:ext uri="{FF2B5EF4-FFF2-40B4-BE49-F238E27FC236}">
                <a16:creationId xmlns:a16="http://schemas.microsoft.com/office/drawing/2014/main" id="{F6AECE53-F4B4-B339-FEF0-C15B43DFF3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17236" y="640080"/>
            <a:ext cx="557784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222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DAA935-DFB3-9694-19D0-85D66E2A9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anchor="b">
            <a:normAutofit/>
          </a:bodyPr>
          <a:lstStyle/>
          <a:p>
            <a:r>
              <a:rPr lang="en-IN" sz="4000" dirty="0"/>
              <a:t>Key Business Insights</a:t>
            </a:r>
          </a:p>
        </p:txBody>
      </p:sp>
      <p:pic>
        <p:nvPicPr>
          <p:cNvPr id="7" name="Graphic 6" descr="CRM Customer Insights App">
            <a:extLst>
              <a:ext uri="{FF2B5EF4-FFF2-40B4-BE49-F238E27FC236}">
                <a16:creationId xmlns:a16="http://schemas.microsoft.com/office/drawing/2014/main" id="{58A328D3-CF3F-E3FA-1EF2-B51CC0859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085EE-3168-1A49-5B46-2244992C2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dirty="0"/>
              <a:t>Jeans are top revenue contributors</a:t>
            </a:r>
          </a:p>
          <a:p>
            <a:pPr marL="0" indent="0">
              <a:buNone/>
            </a:pPr>
            <a:br>
              <a:rPr lang="en-US" sz="2000" dirty="0"/>
            </a:br>
            <a:r>
              <a:rPr lang="en-US" sz="2000" dirty="0"/>
              <a:t>Physical store dominates revenue</a:t>
            </a:r>
          </a:p>
          <a:p>
            <a:pPr marL="0" indent="0">
              <a:buNone/>
            </a:pPr>
            <a:br>
              <a:rPr lang="en-US" sz="2000" dirty="0"/>
            </a:br>
            <a:r>
              <a:rPr lang="en-US" sz="2000" dirty="0"/>
              <a:t>Online channel underperforming</a:t>
            </a:r>
          </a:p>
          <a:p>
            <a:pPr marL="0" indent="0">
              <a:buNone/>
            </a:pPr>
            <a:br>
              <a:rPr lang="en-US" sz="2000" dirty="0"/>
            </a:br>
            <a:r>
              <a:rPr lang="en-US" sz="2000" dirty="0"/>
              <a:t>Some days show peak demand</a:t>
            </a:r>
          </a:p>
          <a:p>
            <a:pPr marL="0" indent="0">
              <a:buNone/>
            </a:pPr>
            <a:br>
              <a:rPr lang="en-US" sz="2000" dirty="0"/>
            </a:br>
            <a:r>
              <a:rPr lang="en-US" sz="2000" dirty="0"/>
              <a:t>Certain items need promotion strategy</a:t>
            </a:r>
            <a:endParaRPr lang="en-IN" sz="20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218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1C49C-628A-D7D0-FAD5-BE01EB8F2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Business Recommendations</a:t>
            </a:r>
            <a:endParaRPr lang="en-IN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C629DE2-AA7C-BE38-C350-31A6992AD0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5984733"/>
              </p:ext>
            </p:extLst>
          </p:nvPr>
        </p:nvGraphicFramePr>
        <p:xfrm>
          <a:off x="838200" y="1576552"/>
          <a:ext cx="105156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8787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C06772-4CD2-4E96-57E4-80FD9C35A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/>
              <a:t>Conclusion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B9C9F93-FAB2-CF32-6704-56653E4DAD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Monitor sales performance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Compare sales channels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Identify top and bottom products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Make data-driven decisions</a:t>
            </a:r>
          </a:p>
        </p:txBody>
      </p:sp>
    </p:spTree>
    <p:extLst>
      <p:ext uri="{BB962C8B-B14F-4D97-AF65-F5344CB8AC3E}">
        <p14:creationId xmlns:p14="http://schemas.microsoft.com/office/powerpoint/2010/main" val="3774438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1" name="Content Placeholder 10" descr="A screenshot of a number of sales&#10;&#10;AI-generated content may be incorrect.">
            <a:extLst>
              <a:ext uri="{FF2B5EF4-FFF2-40B4-BE49-F238E27FC236}">
                <a16:creationId xmlns:a16="http://schemas.microsoft.com/office/drawing/2014/main" id="{100B27C2-E3EA-3C4D-5DA4-FA716D2082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452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Content Placeholder 8" descr="A screenshot of a number of sales&#10;&#10;AI-generated content may be incorrect.">
            <a:extLst>
              <a:ext uri="{FF2B5EF4-FFF2-40B4-BE49-F238E27FC236}">
                <a16:creationId xmlns:a16="http://schemas.microsoft.com/office/drawing/2014/main" id="{7AB64764-E969-5E44-B096-02564DED50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79" b="11567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595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191</Words>
  <Application>Microsoft Office PowerPoint</Application>
  <PresentationFormat>Widescreen</PresentationFormat>
  <Paragraphs>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Kids Clothes Sales Performance Dashboard</vt:lpstr>
      <vt:lpstr>PROJECT OVERVIEW</vt:lpstr>
      <vt:lpstr>Dataset Information</vt:lpstr>
      <vt:lpstr>Data Cleaning &amp; Preparation</vt:lpstr>
      <vt:lpstr>Visuals</vt:lpstr>
      <vt:lpstr>Business Problem Statement</vt:lpstr>
      <vt:lpstr>Key Business Insights</vt:lpstr>
      <vt:lpstr>Business Recommendations</vt:lpstr>
      <vt:lpstr>Conclusion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jayasutha n</dc:creator>
  <cp:lastModifiedBy>jayasutha n</cp:lastModifiedBy>
  <cp:revision>3</cp:revision>
  <dcterms:created xsi:type="dcterms:W3CDTF">2026-02-13T08:31:13Z</dcterms:created>
  <dcterms:modified xsi:type="dcterms:W3CDTF">2026-02-20T10:33:53Z</dcterms:modified>
</cp:coreProperties>
</file>