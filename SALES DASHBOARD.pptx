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28A5B3-104D-4275-B664-9EF71A50F76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9E31E8B-EA46-48E6-92DA-26AF1C3517A8}">
      <dgm:prSet/>
      <dgm:spPr/>
      <dgm:t>
        <a:bodyPr/>
        <a:lstStyle/>
        <a:p>
          <a:r>
            <a:rPr lang="en-US"/>
            <a:t>The company wants to:</a:t>
          </a:r>
        </a:p>
      </dgm:t>
    </dgm:pt>
    <dgm:pt modelId="{FB81240D-70D5-4749-A9E3-2C7F87A8BE59}" type="parTrans" cxnId="{CFC4198A-99E7-4EC7-8416-E120D4BA0E7A}">
      <dgm:prSet/>
      <dgm:spPr/>
      <dgm:t>
        <a:bodyPr/>
        <a:lstStyle/>
        <a:p>
          <a:endParaRPr lang="en-US"/>
        </a:p>
      </dgm:t>
    </dgm:pt>
    <dgm:pt modelId="{2EAD3055-608D-4B45-86CA-B36F79DF4AF3}" type="sibTrans" cxnId="{CFC4198A-99E7-4EC7-8416-E120D4BA0E7A}">
      <dgm:prSet/>
      <dgm:spPr/>
      <dgm:t>
        <a:bodyPr/>
        <a:lstStyle/>
        <a:p>
          <a:endParaRPr lang="en-US"/>
        </a:p>
      </dgm:t>
    </dgm:pt>
    <dgm:pt modelId="{4F1111DA-3F78-41F5-AE0B-23005927398F}">
      <dgm:prSet/>
      <dgm:spPr/>
      <dgm:t>
        <a:bodyPr/>
        <a:lstStyle/>
        <a:p>
          <a:r>
            <a:rPr lang="en-US"/>
            <a:t>Track </a:t>
          </a:r>
          <a:r>
            <a:rPr lang="en-US" b="1"/>
            <a:t>sales, cost, and profit</a:t>
          </a:r>
          <a:r>
            <a:rPr lang="en-US"/>
            <a:t> accurately</a:t>
          </a:r>
        </a:p>
      </dgm:t>
    </dgm:pt>
    <dgm:pt modelId="{6B31CA89-372D-4DAE-BC7C-E9DFA764F411}" type="parTrans" cxnId="{A143F702-19E8-459C-9447-1A77EE1DA546}">
      <dgm:prSet/>
      <dgm:spPr/>
      <dgm:t>
        <a:bodyPr/>
        <a:lstStyle/>
        <a:p>
          <a:endParaRPr lang="en-US"/>
        </a:p>
      </dgm:t>
    </dgm:pt>
    <dgm:pt modelId="{1F95CF96-8776-4664-AF91-898D508937C6}" type="sibTrans" cxnId="{A143F702-19E8-459C-9447-1A77EE1DA546}">
      <dgm:prSet/>
      <dgm:spPr/>
      <dgm:t>
        <a:bodyPr/>
        <a:lstStyle/>
        <a:p>
          <a:endParaRPr lang="en-US"/>
        </a:p>
      </dgm:t>
    </dgm:pt>
    <dgm:pt modelId="{D926ED78-29DA-48A2-9F95-791D9F2B332C}">
      <dgm:prSet/>
      <dgm:spPr/>
      <dgm:t>
        <a:bodyPr/>
        <a:lstStyle/>
        <a:p>
          <a:r>
            <a:rPr lang="en-US"/>
            <a:t>Identify </a:t>
          </a:r>
          <a:r>
            <a:rPr lang="en-US" b="1"/>
            <a:t>high-performing and low-performing products</a:t>
          </a:r>
          <a:endParaRPr lang="en-US"/>
        </a:p>
      </dgm:t>
    </dgm:pt>
    <dgm:pt modelId="{9BF12B8B-528E-4054-90E2-C327B078409D}" type="parTrans" cxnId="{76A7FA9C-CED2-42E7-BCFB-BC671585AD70}">
      <dgm:prSet/>
      <dgm:spPr/>
      <dgm:t>
        <a:bodyPr/>
        <a:lstStyle/>
        <a:p>
          <a:endParaRPr lang="en-US"/>
        </a:p>
      </dgm:t>
    </dgm:pt>
    <dgm:pt modelId="{E06727A8-A83B-480A-BDE6-7BDE64D0F894}" type="sibTrans" cxnId="{76A7FA9C-CED2-42E7-BCFB-BC671585AD70}">
      <dgm:prSet/>
      <dgm:spPr/>
      <dgm:t>
        <a:bodyPr/>
        <a:lstStyle/>
        <a:p>
          <a:endParaRPr lang="en-US"/>
        </a:p>
      </dgm:t>
    </dgm:pt>
    <dgm:pt modelId="{15DB7CB0-23DA-40F4-BD25-6FA36B20E964}">
      <dgm:prSet/>
      <dgm:spPr/>
      <dgm:t>
        <a:bodyPr/>
        <a:lstStyle/>
        <a:p>
          <a:r>
            <a:rPr lang="en-US"/>
            <a:t>Analyze </a:t>
          </a:r>
          <a:r>
            <a:rPr lang="en-US" b="1"/>
            <a:t>region-wise performance</a:t>
          </a:r>
          <a:endParaRPr lang="en-US"/>
        </a:p>
      </dgm:t>
    </dgm:pt>
    <dgm:pt modelId="{8680FC9D-BF84-4166-AF53-D014E8367116}" type="parTrans" cxnId="{83586C5F-9339-477B-AA74-E16D258755EA}">
      <dgm:prSet/>
      <dgm:spPr/>
      <dgm:t>
        <a:bodyPr/>
        <a:lstStyle/>
        <a:p>
          <a:endParaRPr lang="en-US"/>
        </a:p>
      </dgm:t>
    </dgm:pt>
    <dgm:pt modelId="{D399D8FC-A2A7-4489-B829-B4CE0E454DEE}" type="sibTrans" cxnId="{83586C5F-9339-477B-AA74-E16D258755EA}">
      <dgm:prSet/>
      <dgm:spPr/>
      <dgm:t>
        <a:bodyPr/>
        <a:lstStyle/>
        <a:p>
          <a:endParaRPr lang="en-US"/>
        </a:p>
      </dgm:t>
    </dgm:pt>
    <dgm:pt modelId="{9DBD1BFF-DF0F-426D-AB9B-D44CB23C33DD}">
      <dgm:prSet/>
      <dgm:spPr/>
      <dgm:t>
        <a:bodyPr/>
        <a:lstStyle/>
        <a:p>
          <a:r>
            <a:rPr lang="en-US"/>
            <a:t>Understand the </a:t>
          </a:r>
          <a:r>
            <a:rPr lang="en-US" b="1"/>
            <a:t>impact of customer ratings on sales</a:t>
          </a:r>
          <a:endParaRPr lang="en-US"/>
        </a:p>
      </dgm:t>
    </dgm:pt>
    <dgm:pt modelId="{24E56F6F-990A-4416-957F-348A01B781D1}" type="parTrans" cxnId="{A36C8611-B277-4DCA-B673-AB3A7F47ABBC}">
      <dgm:prSet/>
      <dgm:spPr/>
      <dgm:t>
        <a:bodyPr/>
        <a:lstStyle/>
        <a:p>
          <a:endParaRPr lang="en-US"/>
        </a:p>
      </dgm:t>
    </dgm:pt>
    <dgm:pt modelId="{369D6D82-EB60-42B3-A7E5-01552DFA6219}" type="sibTrans" cxnId="{A36C8611-B277-4DCA-B673-AB3A7F47ABBC}">
      <dgm:prSet/>
      <dgm:spPr/>
      <dgm:t>
        <a:bodyPr/>
        <a:lstStyle/>
        <a:p>
          <a:endParaRPr lang="en-US"/>
        </a:p>
      </dgm:t>
    </dgm:pt>
    <dgm:pt modelId="{BCB789D8-DDB8-494D-8901-B0FF44213AB8}">
      <dgm:prSet/>
      <dgm:spPr/>
      <dgm:t>
        <a:bodyPr/>
        <a:lstStyle/>
        <a:p>
          <a:r>
            <a:rPr lang="en-US"/>
            <a:t>Enable </a:t>
          </a:r>
          <a:r>
            <a:rPr lang="en-US" b="1"/>
            <a:t>faster, data-driven decisions</a:t>
          </a:r>
          <a:r>
            <a:rPr lang="en-US"/>
            <a:t> for management</a:t>
          </a:r>
        </a:p>
      </dgm:t>
    </dgm:pt>
    <dgm:pt modelId="{44404D94-1D0A-4E4B-90C2-4EFDF6D3336E}" type="parTrans" cxnId="{86B1A21A-5929-4A49-ACA6-A7030A6C2BF0}">
      <dgm:prSet/>
      <dgm:spPr/>
      <dgm:t>
        <a:bodyPr/>
        <a:lstStyle/>
        <a:p>
          <a:endParaRPr lang="en-US"/>
        </a:p>
      </dgm:t>
    </dgm:pt>
    <dgm:pt modelId="{1AEF2761-C1EC-4721-8A7D-EE09833D61AF}" type="sibTrans" cxnId="{86B1A21A-5929-4A49-ACA6-A7030A6C2BF0}">
      <dgm:prSet/>
      <dgm:spPr/>
      <dgm:t>
        <a:bodyPr/>
        <a:lstStyle/>
        <a:p>
          <a:endParaRPr lang="en-US"/>
        </a:p>
      </dgm:t>
    </dgm:pt>
    <dgm:pt modelId="{CC576AC2-E1F1-451A-ACE4-8382B2B700DA}" type="pres">
      <dgm:prSet presAssocID="{1428A5B3-104D-4275-B664-9EF71A50F769}" presName="root" presStyleCnt="0">
        <dgm:presLayoutVars>
          <dgm:dir/>
          <dgm:resizeHandles val="exact"/>
        </dgm:presLayoutVars>
      </dgm:prSet>
      <dgm:spPr/>
    </dgm:pt>
    <dgm:pt modelId="{14BDA78A-5492-418E-886C-6F515FBAC559}" type="pres">
      <dgm:prSet presAssocID="{B9E31E8B-EA46-48E6-92DA-26AF1C3517A8}" presName="compNode" presStyleCnt="0"/>
      <dgm:spPr/>
    </dgm:pt>
    <dgm:pt modelId="{C9974D98-CD27-4CDB-A6C3-DA9A41F52004}" type="pres">
      <dgm:prSet presAssocID="{B9E31E8B-EA46-48E6-92DA-26AF1C3517A8}" presName="bgRect" presStyleLbl="bgShp" presStyleIdx="0" presStyleCnt="6"/>
      <dgm:spPr/>
    </dgm:pt>
    <dgm:pt modelId="{5FCA347E-C67B-42E8-8C30-C26155D90A3B}" type="pres">
      <dgm:prSet presAssocID="{B9E31E8B-EA46-48E6-92DA-26AF1C3517A8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C7CB8F41-D7F5-4A02-A7BF-BB135029D3C7}" type="pres">
      <dgm:prSet presAssocID="{B9E31E8B-EA46-48E6-92DA-26AF1C3517A8}" presName="spaceRect" presStyleCnt="0"/>
      <dgm:spPr/>
    </dgm:pt>
    <dgm:pt modelId="{0206C468-277B-4DE9-9FCC-49AA2E8B9FB9}" type="pres">
      <dgm:prSet presAssocID="{B9E31E8B-EA46-48E6-92DA-26AF1C3517A8}" presName="parTx" presStyleLbl="revTx" presStyleIdx="0" presStyleCnt="6">
        <dgm:presLayoutVars>
          <dgm:chMax val="0"/>
          <dgm:chPref val="0"/>
        </dgm:presLayoutVars>
      </dgm:prSet>
      <dgm:spPr/>
    </dgm:pt>
    <dgm:pt modelId="{9C70FD4A-B569-416A-9645-1A6E6B0DD6B6}" type="pres">
      <dgm:prSet presAssocID="{2EAD3055-608D-4B45-86CA-B36F79DF4AF3}" presName="sibTrans" presStyleCnt="0"/>
      <dgm:spPr/>
    </dgm:pt>
    <dgm:pt modelId="{26C01CEB-1549-41BD-9F9C-7681F4E09401}" type="pres">
      <dgm:prSet presAssocID="{4F1111DA-3F78-41F5-AE0B-23005927398F}" presName="compNode" presStyleCnt="0"/>
      <dgm:spPr/>
    </dgm:pt>
    <dgm:pt modelId="{ACBB0DBA-3288-436E-8ACE-BC46F2E59AA5}" type="pres">
      <dgm:prSet presAssocID="{4F1111DA-3F78-41F5-AE0B-23005927398F}" presName="bgRect" presStyleLbl="bgShp" presStyleIdx="1" presStyleCnt="6"/>
      <dgm:spPr/>
    </dgm:pt>
    <dgm:pt modelId="{D9772F6D-4E63-4A05-B9E2-BBAFE1847E41}" type="pres">
      <dgm:prSet presAssocID="{4F1111DA-3F78-41F5-AE0B-23005927398F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AFFCF42F-A6EE-4188-AEF1-F5FE38515BAF}" type="pres">
      <dgm:prSet presAssocID="{4F1111DA-3F78-41F5-AE0B-23005927398F}" presName="spaceRect" presStyleCnt="0"/>
      <dgm:spPr/>
    </dgm:pt>
    <dgm:pt modelId="{43A3D8F6-E8AF-4C08-8A1C-9C5F73C2BC23}" type="pres">
      <dgm:prSet presAssocID="{4F1111DA-3F78-41F5-AE0B-23005927398F}" presName="parTx" presStyleLbl="revTx" presStyleIdx="1" presStyleCnt="6">
        <dgm:presLayoutVars>
          <dgm:chMax val="0"/>
          <dgm:chPref val="0"/>
        </dgm:presLayoutVars>
      </dgm:prSet>
      <dgm:spPr/>
    </dgm:pt>
    <dgm:pt modelId="{FBC32A0A-F9E4-4C6D-B7DA-5FB9F38489B3}" type="pres">
      <dgm:prSet presAssocID="{1F95CF96-8776-4664-AF91-898D508937C6}" presName="sibTrans" presStyleCnt="0"/>
      <dgm:spPr/>
    </dgm:pt>
    <dgm:pt modelId="{7E18343A-9D33-4E55-8FA6-8C0D151F36AE}" type="pres">
      <dgm:prSet presAssocID="{D926ED78-29DA-48A2-9F95-791D9F2B332C}" presName="compNode" presStyleCnt="0"/>
      <dgm:spPr/>
    </dgm:pt>
    <dgm:pt modelId="{5617EB0D-B38C-43B3-BC37-901A8EBBBE0F}" type="pres">
      <dgm:prSet presAssocID="{D926ED78-29DA-48A2-9F95-791D9F2B332C}" presName="bgRect" presStyleLbl="bgShp" presStyleIdx="2" presStyleCnt="6"/>
      <dgm:spPr/>
    </dgm:pt>
    <dgm:pt modelId="{29627BA2-F7C0-4A6C-9712-C83940F38A07}" type="pres">
      <dgm:prSet presAssocID="{D926ED78-29DA-48A2-9F95-791D9F2B332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6FE948BC-1FBB-4241-B89C-9CE048603626}" type="pres">
      <dgm:prSet presAssocID="{D926ED78-29DA-48A2-9F95-791D9F2B332C}" presName="spaceRect" presStyleCnt="0"/>
      <dgm:spPr/>
    </dgm:pt>
    <dgm:pt modelId="{6F88CB86-F7C0-4222-80AC-6D2B81C2CAEE}" type="pres">
      <dgm:prSet presAssocID="{D926ED78-29DA-48A2-9F95-791D9F2B332C}" presName="parTx" presStyleLbl="revTx" presStyleIdx="2" presStyleCnt="6">
        <dgm:presLayoutVars>
          <dgm:chMax val="0"/>
          <dgm:chPref val="0"/>
        </dgm:presLayoutVars>
      </dgm:prSet>
      <dgm:spPr/>
    </dgm:pt>
    <dgm:pt modelId="{729D284D-2480-42AD-9B61-3A7E094F3E29}" type="pres">
      <dgm:prSet presAssocID="{E06727A8-A83B-480A-BDE6-7BDE64D0F894}" presName="sibTrans" presStyleCnt="0"/>
      <dgm:spPr/>
    </dgm:pt>
    <dgm:pt modelId="{B48003B1-16D2-4F67-99D3-B7F8C3E83B1B}" type="pres">
      <dgm:prSet presAssocID="{15DB7CB0-23DA-40F4-BD25-6FA36B20E964}" presName="compNode" presStyleCnt="0"/>
      <dgm:spPr/>
    </dgm:pt>
    <dgm:pt modelId="{C286FB7E-70E2-4D39-9CD9-BCFEDE91B1C5}" type="pres">
      <dgm:prSet presAssocID="{15DB7CB0-23DA-40F4-BD25-6FA36B20E964}" presName="bgRect" presStyleLbl="bgShp" presStyleIdx="3" presStyleCnt="6"/>
      <dgm:spPr/>
    </dgm:pt>
    <dgm:pt modelId="{96E32803-A4E3-4D8B-854A-D615D63E3A9A}" type="pres">
      <dgm:prSet presAssocID="{15DB7CB0-23DA-40F4-BD25-6FA36B20E964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BE8B2F3-D818-4D45-9A1C-F116DBFF1C46}" type="pres">
      <dgm:prSet presAssocID="{15DB7CB0-23DA-40F4-BD25-6FA36B20E964}" presName="spaceRect" presStyleCnt="0"/>
      <dgm:spPr/>
    </dgm:pt>
    <dgm:pt modelId="{2D094716-9AE0-43C7-8DD2-1D33A72980D5}" type="pres">
      <dgm:prSet presAssocID="{15DB7CB0-23DA-40F4-BD25-6FA36B20E964}" presName="parTx" presStyleLbl="revTx" presStyleIdx="3" presStyleCnt="6">
        <dgm:presLayoutVars>
          <dgm:chMax val="0"/>
          <dgm:chPref val="0"/>
        </dgm:presLayoutVars>
      </dgm:prSet>
      <dgm:spPr/>
    </dgm:pt>
    <dgm:pt modelId="{5EC7E8B8-377B-4A38-AAB1-C63A36CC7336}" type="pres">
      <dgm:prSet presAssocID="{D399D8FC-A2A7-4489-B829-B4CE0E454DEE}" presName="sibTrans" presStyleCnt="0"/>
      <dgm:spPr/>
    </dgm:pt>
    <dgm:pt modelId="{C8ACDD35-F6EA-495F-B709-14A2255C3C73}" type="pres">
      <dgm:prSet presAssocID="{9DBD1BFF-DF0F-426D-AB9B-D44CB23C33DD}" presName="compNode" presStyleCnt="0"/>
      <dgm:spPr/>
    </dgm:pt>
    <dgm:pt modelId="{4FD104B4-35FF-4C59-8605-F26AF27AF352}" type="pres">
      <dgm:prSet presAssocID="{9DBD1BFF-DF0F-426D-AB9B-D44CB23C33DD}" presName="bgRect" presStyleLbl="bgShp" presStyleIdx="4" presStyleCnt="6"/>
      <dgm:spPr/>
    </dgm:pt>
    <dgm:pt modelId="{AEA9D69B-66A9-42B7-9661-944732D55B96}" type="pres">
      <dgm:prSet presAssocID="{9DBD1BFF-DF0F-426D-AB9B-D44CB23C33DD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42310B3-B98B-43DA-8B5E-EF6A1DC62A19}" type="pres">
      <dgm:prSet presAssocID="{9DBD1BFF-DF0F-426D-AB9B-D44CB23C33DD}" presName="spaceRect" presStyleCnt="0"/>
      <dgm:spPr/>
    </dgm:pt>
    <dgm:pt modelId="{71E181B6-E0FF-4E69-911E-B567EF4E712A}" type="pres">
      <dgm:prSet presAssocID="{9DBD1BFF-DF0F-426D-AB9B-D44CB23C33DD}" presName="parTx" presStyleLbl="revTx" presStyleIdx="4" presStyleCnt="6">
        <dgm:presLayoutVars>
          <dgm:chMax val="0"/>
          <dgm:chPref val="0"/>
        </dgm:presLayoutVars>
      </dgm:prSet>
      <dgm:spPr/>
    </dgm:pt>
    <dgm:pt modelId="{E2210DFC-8431-4B1C-956D-11DBC9931B79}" type="pres">
      <dgm:prSet presAssocID="{369D6D82-EB60-42B3-A7E5-01552DFA6219}" presName="sibTrans" presStyleCnt="0"/>
      <dgm:spPr/>
    </dgm:pt>
    <dgm:pt modelId="{72280E3A-1117-4BD3-B28E-D4D0074BBD4F}" type="pres">
      <dgm:prSet presAssocID="{BCB789D8-DDB8-494D-8901-B0FF44213AB8}" presName="compNode" presStyleCnt="0"/>
      <dgm:spPr/>
    </dgm:pt>
    <dgm:pt modelId="{579670FF-2D0D-4E90-91F7-C7B21A9EC3C4}" type="pres">
      <dgm:prSet presAssocID="{BCB789D8-DDB8-494D-8901-B0FF44213AB8}" presName="bgRect" presStyleLbl="bgShp" presStyleIdx="5" presStyleCnt="6"/>
      <dgm:spPr/>
    </dgm:pt>
    <dgm:pt modelId="{DE629E31-F29E-4E98-A750-83A9D16DBFB8}" type="pres">
      <dgm:prSet presAssocID="{BCB789D8-DDB8-494D-8901-B0FF44213AB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FD7C31B-05D5-4173-9175-DC5E60E4ADB1}" type="pres">
      <dgm:prSet presAssocID="{BCB789D8-DDB8-494D-8901-B0FF44213AB8}" presName="spaceRect" presStyleCnt="0"/>
      <dgm:spPr/>
    </dgm:pt>
    <dgm:pt modelId="{9C9CA1F4-373C-4841-823E-0B36648618DB}" type="pres">
      <dgm:prSet presAssocID="{BCB789D8-DDB8-494D-8901-B0FF44213AB8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A143F702-19E8-459C-9447-1A77EE1DA546}" srcId="{1428A5B3-104D-4275-B664-9EF71A50F769}" destId="{4F1111DA-3F78-41F5-AE0B-23005927398F}" srcOrd="1" destOrd="0" parTransId="{6B31CA89-372D-4DAE-BC7C-E9DFA764F411}" sibTransId="{1F95CF96-8776-4664-AF91-898D508937C6}"/>
    <dgm:cxn modelId="{7AB84D04-535B-4D11-AE32-1BCE0F5DB223}" type="presOf" srcId="{D926ED78-29DA-48A2-9F95-791D9F2B332C}" destId="{6F88CB86-F7C0-4222-80AC-6D2B81C2CAEE}" srcOrd="0" destOrd="0" presId="urn:microsoft.com/office/officeart/2018/2/layout/IconVerticalSolidList"/>
    <dgm:cxn modelId="{A36C8611-B277-4DCA-B673-AB3A7F47ABBC}" srcId="{1428A5B3-104D-4275-B664-9EF71A50F769}" destId="{9DBD1BFF-DF0F-426D-AB9B-D44CB23C33DD}" srcOrd="4" destOrd="0" parTransId="{24E56F6F-990A-4416-957F-348A01B781D1}" sibTransId="{369D6D82-EB60-42B3-A7E5-01552DFA6219}"/>
    <dgm:cxn modelId="{D2589E13-B8AE-4961-94B9-3BDC6D5226CE}" type="presOf" srcId="{B9E31E8B-EA46-48E6-92DA-26AF1C3517A8}" destId="{0206C468-277B-4DE9-9FCC-49AA2E8B9FB9}" srcOrd="0" destOrd="0" presId="urn:microsoft.com/office/officeart/2018/2/layout/IconVerticalSolidList"/>
    <dgm:cxn modelId="{86B1A21A-5929-4A49-ACA6-A7030A6C2BF0}" srcId="{1428A5B3-104D-4275-B664-9EF71A50F769}" destId="{BCB789D8-DDB8-494D-8901-B0FF44213AB8}" srcOrd="5" destOrd="0" parTransId="{44404D94-1D0A-4E4B-90C2-4EFDF6D3336E}" sibTransId="{1AEF2761-C1EC-4721-8A7D-EE09833D61AF}"/>
    <dgm:cxn modelId="{2D481F5C-994C-45FD-A9E8-12B424EB89B0}" type="presOf" srcId="{4F1111DA-3F78-41F5-AE0B-23005927398F}" destId="{43A3D8F6-E8AF-4C08-8A1C-9C5F73C2BC23}" srcOrd="0" destOrd="0" presId="urn:microsoft.com/office/officeart/2018/2/layout/IconVerticalSolidList"/>
    <dgm:cxn modelId="{83586C5F-9339-477B-AA74-E16D258755EA}" srcId="{1428A5B3-104D-4275-B664-9EF71A50F769}" destId="{15DB7CB0-23DA-40F4-BD25-6FA36B20E964}" srcOrd="3" destOrd="0" parTransId="{8680FC9D-BF84-4166-AF53-D014E8367116}" sibTransId="{D399D8FC-A2A7-4489-B829-B4CE0E454DEE}"/>
    <dgm:cxn modelId="{01B7E46F-D615-4E2A-AF60-03C4DE8E2909}" type="presOf" srcId="{15DB7CB0-23DA-40F4-BD25-6FA36B20E964}" destId="{2D094716-9AE0-43C7-8DD2-1D33A72980D5}" srcOrd="0" destOrd="0" presId="urn:microsoft.com/office/officeart/2018/2/layout/IconVerticalSolidList"/>
    <dgm:cxn modelId="{CFC4198A-99E7-4EC7-8416-E120D4BA0E7A}" srcId="{1428A5B3-104D-4275-B664-9EF71A50F769}" destId="{B9E31E8B-EA46-48E6-92DA-26AF1C3517A8}" srcOrd="0" destOrd="0" parTransId="{FB81240D-70D5-4749-A9E3-2C7F87A8BE59}" sibTransId="{2EAD3055-608D-4B45-86CA-B36F79DF4AF3}"/>
    <dgm:cxn modelId="{853DC68B-B1D1-4F98-A133-C8615125BE48}" type="presOf" srcId="{1428A5B3-104D-4275-B664-9EF71A50F769}" destId="{CC576AC2-E1F1-451A-ACE4-8382B2B700DA}" srcOrd="0" destOrd="0" presId="urn:microsoft.com/office/officeart/2018/2/layout/IconVerticalSolidList"/>
    <dgm:cxn modelId="{76A7FA9C-CED2-42E7-BCFB-BC671585AD70}" srcId="{1428A5B3-104D-4275-B664-9EF71A50F769}" destId="{D926ED78-29DA-48A2-9F95-791D9F2B332C}" srcOrd="2" destOrd="0" parTransId="{9BF12B8B-528E-4054-90E2-C327B078409D}" sibTransId="{E06727A8-A83B-480A-BDE6-7BDE64D0F894}"/>
    <dgm:cxn modelId="{B76CCBA7-76A8-40A9-A610-5F92EC2D0C99}" type="presOf" srcId="{BCB789D8-DDB8-494D-8901-B0FF44213AB8}" destId="{9C9CA1F4-373C-4841-823E-0B36648618DB}" srcOrd="0" destOrd="0" presId="urn:microsoft.com/office/officeart/2018/2/layout/IconVerticalSolidList"/>
    <dgm:cxn modelId="{0991ECBC-DD2E-480D-81EA-45F630F909B4}" type="presOf" srcId="{9DBD1BFF-DF0F-426D-AB9B-D44CB23C33DD}" destId="{71E181B6-E0FF-4E69-911E-B567EF4E712A}" srcOrd="0" destOrd="0" presId="urn:microsoft.com/office/officeart/2018/2/layout/IconVerticalSolidList"/>
    <dgm:cxn modelId="{B12ED7E3-BCCB-439D-A43E-08AB5416C87D}" type="presParOf" srcId="{CC576AC2-E1F1-451A-ACE4-8382B2B700DA}" destId="{14BDA78A-5492-418E-886C-6F515FBAC559}" srcOrd="0" destOrd="0" presId="urn:microsoft.com/office/officeart/2018/2/layout/IconVerticalSolidList"/>
    <dgm:cxn modelId="{D1ECA66F-1EB8-4E8D-8CDB-DECC17D20738}" type="presParOf" srcId="{14BDA78A-5492-418E-886C-6F515FBAC559}" destId="{C9974D98-CD27-4CDB-A6C3-DA9A41F52004}" srcOrd="0" destOrd="0" presId="urn:microsoft.com/office/officeart/2018/2/layout/IconVerticalSolidList"/>
    <dgm:cxn modelId="{6C42C824-DF40-407A-B449-B19B663A02BF}" type="presParOf" srcId="{14BDA78A-5492-418E-886C-6F515FBAC559}" destId="{5FCA347E-C67B-42E8-8C30-C26155D90A3B}" srcOrd="1" destOrd="0" presId="urn:microsoft.com/office/officeart/2018/2/layout/IconVerticalSolidList"/>
    <dgm:cxn modelId="{C7EFEE8F-CD31-4861-8E95-CB8EAD3D8D1F}" type="presParOf" srcId="{14BDA78A-5492-418E-886C-6F515FBAC559}" destId="{C7CB8F41-D7F5-4A02-A7BF-BB135029D3C7}" srcOrd="2" destOrd="0" presId="urn:microsoft.com/office/officeart/2018/2/layout/IconVerticalSolidList"/>
    <dgm:cxn modelId="{F0654D3E-13B1-422C-8D8D-B53E2A42ACA1}" type="presParOf" srcId="{14BDA78A-5492-418E-886C-6F515FBAC559}" destId="{0206C468-277B-4DE9-9FCC-49AA2E8B9FB9}" srcOrd="3" destOrd="0" presId="urn:microsoft.com/office/officeart/2018/2/layout/IconVerticalSolidList"/>
    <dgm:cxn modelId="{FF1E6D58-BF7A-4A84-9672-6930D9059AC2}" type="presParOf" srcId="{CC576AC2-E1F1-451A-ACE4-8382B2B700DA}" destId="{9C70FD4A-B569-416A-9645-1A6E6B0DD6B6}" srcOrd="1" destOrd="0" presId="urn:microsoft.com/office/officeart/2018/2/layout/IconVerticalSolidList"/>
    <dgm:cxn modelId="{EDE498CE-EC85-489A-82F6-7A69E13FABFD}" type="presParOf" srcId="{CC576AC2-E1F1-451A-ACE4-8382B2B700DA}" destId="{26C01CEB-1549-41BD-9F9C-7681F4E09401}" srcOrd="2" destOrd="0" presId="urn:microsoft.com/office/officeart/2018/2/layout/IconVerticalSolidList"/>
    <dgm:cxn modelId="{5D5E5AB8-18E2-415C-8F27-ACD1586372AF}" type="presParOf" srcId="{26C01CEB-1549-41BD-9F9C-7681F4E09401}" destId="{ACBB0DBA-3288-436E-8ACE-BC46F2E59AA5}" srcOrd="0" destOrd="0" presId="urn:microsoft.com/office/officeart/2018/2/layout/IconVerticalSolidList"/>
    <dgm:cxn modelId="{4E66D9D9-F551-468E-BAB2-C8F7E6496988}" type="presParOf" srcId="{26C01CEB-1549-41BD-9F9C-7681F4E09401}" destId="{D9772F6D-4E63-4A05-B9E2-BBAFE1847E41}" srcOrd="1" destOrd="0" presId="urn:microsoft.com/office/officeart/2018/2/layout/IconVerticalSolidList"/>
    <dgm:cxn modelId="{796E4514-57F1-4DE7-856E-79D8FB03E3A4}" type="presParOf" srcId="{26C01CEB-1549-41BD-9F9C-7681F4E09401}" destId="{AFFCF42F-A6EE-4188-AEF1-F5FE38515BAF}" srcOrd="2" destOrd="0" presId="urn:microsoft.com/office/officeart/2018/2/layout/IconVerticalSolidList"/>
    <dgm:cxn modelId="{A556544E-BBD6-4DD2-82BE-3D623E8D7D00}" type="presParOf" srcId="{26C01CEB-1549-41BD-9F9C-7681F4E09401}" destId="{43A3D8F6-E8AF-4C08-8A1C-9C5F73C2BC23}" srcOrd="3" destOrd="0" presId="urn:microsoft.com/office/officeart/2018/2/layout/IconVerticalSolidList"/>
    <dgm:cxn modelId="{6B84792E-3F18-4F17-A1A8-110EBC4CCCC0}" type="presParOf" srcId="{CC576AC2-E1F1-451A-ACE4-8382B2B700DA}" destId="{FBC32A0A-F9E4-4C6D-B7DA-5FB9F38489B3}" srcOrd="3" destOrd="0" presId="urn:microsoft.com/office/officeart/2018/2/layout/IconVerticalSolidList"/>
    <dgm:cxn modelId="{327D2ED7-32A5-4343-8AB0-3977C56671A5}" type="presParOf" srcId="{CC576AC2-E1F1-451A-ACE4-8382B2B700DA}" destId="{7E18343A-9D33-4E55-8FA6-8C0D151F36AE}" srcOrd="4" destOrd="0" presId="urn:microsoft.com/office/officeart/2018/2/layout/IconVerticalSolidList"/>
    <dgm:cxn modelId="{B53957C8-9969-4E38-8006-44CF16AA8CC0}" type="presParOf" srcId="{7E18343A-9D33-4E55-8FA6-8C0D151F36AE}" destId="{5617EB0D-B38C-43B3-BC37-901A8EBBBE0F}" srcOrd="0" destOrd="0" presId="urn:microsoft.com/office/officeart/2018/2/layout/IconVerticalSolidList"/>
    <dgm:cxn modelId="{6AF2EFED-D1D7-4279-B923-DE2397F9AC1A}" type="presParOf" srcId="{7E18343A-9D33-4E55-8FA6-8C0D151F36AE}" destId="{29627BA2-F7C0-4A6C-9712-C83940F38A07}" srcOrd="1" destOrd="0" presId="urn:microsoft.com/office/officeart/2018/2/layout/IconVerticalSolidList"/>
    <dgm:cxn modelId="{598A6E4B-A059-464E-95B1-69BA7A31649E}" type="presParOf" srcId="{7E18343A-9D33-4E55-8FA6-8C0D151F36AE}" destId="{6FE948BC-1FBB-4241-B89C-9CE048603626}" srcOrd="2" destOrd="0" presId="urn:microsoft.com/office/officeart/2018/2/layout/IconVerticalSolidList"/>
    <dgm:cxn modelId="{86F8AA8B-4EBF-452B-A02D-EBC0A4E447DF}" type="presParOf" srcId="{7E18343A-9D33-4E55-8FA6-8C0D151F36AE}" destId="{6F88CB86-F7C0-4222-80AC-6D2B81C2CAEE}" srcOrd="3" destOrd="0" presId="urn:microsoft.com/office/officeart/2018/2/layout/IconVerticalSolidList"/>
    <dgm:cxn modelId="{3ED3584F-8D98-42B9-B114-522083FEBD6C}" type="presParOf" srcId="{CC576AC2-E1F1-451A-ACE4-8382B2B700DA}" destId="{729D284D-2480-42AD-9B61-3A7E094F3E29}" srcOrd="5" destOrd="0" presId="urn:microsoft.com/office/officeart/2018/2/layout/IconVerticalSolidList"/>
    <dgm:cxn modelId="{E0165DC1-F34F-4FBF-8B9E-5C9FCC50C476}" type="presParOf" srcId="{CC576AC2-E1F1-451A-ACE4-8382B2B700DA}" destId="{B48003B1-16D2-4F67-99D3-B7F8C3E83B1B}" srcOrd="6" destOrd="0" presId="urn:microsoft.com/office/officeart/2018/2/layout/IconVerticalSolidList"/>
    <dgm:cxn modelId="{B6C26CC9-4D68-4B12-8EAD-A4B26116C035}" type="presParOf" srcId="{B48003B1-16D2-4F67-99D3-B7F8C3E83B1B}" destId="{C286FB7E-70E2-4D39-9CD9-BCFEDE91B1C5}" srcOrd="0" destOrd="0" presId="urn:microsoft.com/office/officeart/2018/2/layout/IconVerticalSolidList"/>
    <dgm:cxn modelId="{C973E577-F23B-4064-A15A-60E4D5B0C843}" type="presParOf" srcId="{B48003B1-16D2-4F67-99D3-B7F8C3E83B1B}" destId="{96E32803-A4E3-4D8B-854A-D615D63E3A9A}" srcOrd="1" destOrd="0" presId="urn:microsoft.com/office/officeart/2018/2/layout/IconVerticalSolidList"/>
    <dgm:cxn modelId="{D78D5802-8D7A-4ECB-ABEA-04C77E3B14D8}" type="presParOf" srcId="{B48003B1-16D2-4F67-99D3-B7F8C3E83B1B}" destId="{CBE8B2F3-D818-4D45-9A1C-F116DBFF1C46}" srcOrd="2" destOrd="0" presId="urn:microsoft.com/office/officeart/2018/2/layout/IconVerticalSolidList"/>
    <dgm:cxn modelId="{FA607284-41E3-43AE-AB27-336A2AF8EC96}" type="presParOf" srcId="{B48003B1-16D2-4F67-99D3-B7F8C3E83B1B}" destId="{2D094716-9AE0-43C7-8DD2-1D33A72980D5}" srcOrd="3" destOrd="0" presId="urn:microsoft.com/office/officeart/2018/2/layout/IconVerticalSolidList"/>
    <dgm:cxn modelId="{1D55406B-A82D-426B-B878-0FAE45B09B58}" type="presParOf" srcId="{CC576AC2-E1F1-451A-ACE4-8382B2B700DA}" destId="{5EC7E8B8-377B-4A38-AAB1-C63A36CC7336}" srcOrd="7" destOrd="0" presId="urn:microsoft.com/office/officeart/2018/2/layout/IconVerticalSolidList"/>
    <dgm:cxn modelId="{45BF2471-F33A-42BA-BE4F-E6BF3DE87B54}" type="presParOf" srcId="{CC576AC2-E1F1-451A-ACE4-8382B2B700DA}" destId="{C8ACDD35-F6EA-495F-B709-14A2255C3C73}" srcOrd="8" destOrd="0" presId="urn:microsoft.com/office/officeart/2018/2/layout/IconVerticalSolidList"/>
    <dgm:cxn modelId="{70C716FF-7D88-44B9-BAFD-DC95BF136AF7}" type="presParOf" srcId="{C8ACDD35-F6EA-495F-B709-14A2255C3C73}" destId="{4FD104B4-35FF-4C59-8605-F26AF27AF352}" srcOrd="0" destOrd="0" presId="urn:microsoft.com/office/officeart/2018/2/layout/IconVerticalSolidList"/>
    <dgm:cxn modelId="{C9D74562-EE3D-47E8-BDA8-2DC3318638FC}" type="presParOf" srcId="{C8ACDD35-F6EA-495F-B709-14A2255C3C73}" destId="{AEA9D69B-66A9-42B7-9661-944732D55B96}" srcOrd="1" destOrd="0" presId="urn:microsoft.com/office/officeart/2018/2/layout/IconVerticalSolidList"/>
    <dgm:cxn modelId="{9D5F7EC9-31B8-4599-BF62-F30F19198BC5}" type="presParOf" srcId="{C8ACDD35-F6EA-495F-B709-14A2255C3C73}" destId="{542310B3-B98B-43DA-8B5E-EF6A1DC62A19}" srcOrd="2" destOrd="0" presId="urn:microsoft.com/office/officeart/2018/2/layout/IconVerticalSolidList"/>
    <dgm:cxn modelId="{C119DD51-FA0D-40E6-B2E3-27F6D9B5060E}" type="presParOf" srcId="{C8ACDD35-F6EA-495F-B709-14A2255C3C73}" destId="{71E181B6-E0FF-4E69-911E-B567EF4E712A}" srcOrd="3" destOrd="0" presId="urn:microsoft.com/office/officeart/2018/2/layout/IconVerticalSolidList"/>
    <dgm:cxn modelId="{C2862922-66FE-402E-9A73-41405D0046B7}" type="presParOf" srcId="{CC576AC2-E1F1-451A-ACE4-8382B2B700DA}" destId="{E2210DFC-8431-4B1C-956D-11DBC9931B79}" srcOrd="9" destOrd="0" presId="urn:microsoft.com/office/officeart/2018/2/layout/IconVerticalSolidList"/>
    <dgm:cxn modelId="{790682CB-780A-4E4F-81CB-3A8D000F88AD}" type="presParOf" srcId="{CC576AC2-E1F1-451A-ACE4-8382B2B700DA}" destId="{72280E3A-1117-4BD3-B28E-D4D0074BBD4F}" srcOrd="10" destOrd="0" presId="urn:microsoft.com/office/officeart/2018/2/layout/IconVerticalSolidList"/>
    <dgm:cxn modelId="{55C11814-B869-40AD-9F6D-75AE37B46055}" type="presParOf" srcId="{72280E3A-1117-4BD3-B28E-D4D0074BBD4F}" destId="{579670FF-2D0D-4E90-91F7-C7B21A9EC3C4}" srcOrd="0" destOrd="0" presId="urn:microsoft.com/office/officeart/2018/2/layout/IconVerticalSolidList"/>
    <dgm:cxn modelId="{08104C73-E945-437E-8F13-7FF2E4609DC6}" type="presParOf" srcId="{72280E3A-1117-4BD3-B28E-D4D0074BBD4F}" destId="{DE629E31-F29E-4E98-A750-83A9D16DBFB8}" srcOrd="1" destOrd="0" presId="urn:microsoft.com/office/officeart/2018/2/layout/IconVerticalSolidList"/>
    <dgm:cxn modelId="{993AF7C3-60B2-4B55-9F78-2D637A95A8F7}" type="presParOf" srcId="{72280E3A-1117-4BD3-B28E-D4D0074BBD4F}" destId="{AFD7C31B-05D5-4173-9175-DC5E60E4ADB1}" srcOrd="2" destOrd="0" presId="urn:microsoft.com/office/officeart/2018/2/layout/IconVerticalSolidList"/>
    <dgm:cxn modelId="{FF081C5E-3260-4B62-B588-FFDFB1D2A999}" type="presParOf" srcId="{72280E3A-1117-4BD3-B28E-D4D0074BBD4F}" destId="{9C9CA1F4-373C-4841-823E-0B36648618D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974D98-CD27-4CDB-A6C3-DA9A41F52004}">
      <dsp:nvSpPr>
        <dsp:cNvPr id="0" name=""/>
        <dsp:cNvSpPr/>
      </dsp:nvSpPr>
      <dsp:spPr>
        <a:xfrm>
          <a:off x="0" y="1871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CA347E-C67B-42E8-8C30-C26155D90A3B}">
      <dsp:nvSpPr>
        <dsp:cNvPr id="0" name=""/>
        <dsp:cNvSpPr/>
      </dsp:nvSpPr>
      <dsp:spPr>
        <a:xfrm>
          <a:off x="241286" y="181341"/>
          <a:ext cx="438702" cy="4387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6C468-277B-4DE9-9FCC-49AA2E8B9FB9}">
      <dsp:nvSpPr>
        <dsp:cNvPr id="0" name=""/>
        <dsp:cNvSpPr/>
      </dsp:nvSpPr>
      <dsp:spPr>
        <a:xfrm>
          <a:off x="921274" y="1871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company wants to:</a:t>
          </a:r>
        </a:p>
      </dsp:txBody>
      <dsp:txXfrm>
        <a:off x="921274" y="1871"/>
        <a:ext cx="6028165" cy="797640"/>
      </dsp:txXfrm>
    </dsp:sp>
    <dsp:sp modelId="{ACBB0DBA-3288-436E-8ACE-BC46F2E59AA5}">
      <dsp:nvSpPr>
        <dsp:cNvPr id="0" name=""/>
        <dsp:cNvSpPr/>
      </dsp:nvSpPr>
      <dsp:spPr>
        <a:xfrm>
          <a:off x="0" y="998922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772F6D-4E63-4A05-B9E2-BBAFE1847E41}">
      <dsp:nvSpPr>
        <dsp:cNvPr id="0" name=""/>
        <dsp:cNvSpPr/>
      </dsp:nvSpPr>
      <dsp:spPr>
        <a:xfrm>
          <a:off x="241286" y="1178391"/>
          <a:ext cx="438702" cy="4387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A3D8F6-E8AF-4C08-8A1C-9C5F73C2BC23}">
      <dsp:nvSpPr>
        <dsp:cNvPr id="0" name=""/>
        <dsp:cNvSpPr/>
      </dsp:nvSpPr>
      <dsp:spPr>
        <a:xfrm>
          <a:off x="921274" y="998922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Track </a:t>
          </a:r>
          <a:r>
            <a:rPr lang="en-US" sz="1900" b="1" kern="1200"/>
            <a:t>sales, cost, and profit</a:t>
          </a:r>
          <a:r>
            <a:rPr lang="en-US" sz="1900" kern="1200"/>
            <a:t> accurately</a:t>
          </a:r>
        </a:p>
      </dsp:txBody>
      <dsp:txXfrm>
        <a:off x="921274" y="998922"/>
        <a:ext cx="6028165" cy="797640"/>
      </dsp:txXfrm>
    </dsp:sp>
    <dsp:sp modelId="{5617EB0D-B38C-43B3-BC37-901A8EBBBE0F}">
      <dsp:nvSpPr>
        <dsp:cNvPr id="0" name=""/>
        <dsp:cNvSpPr/>
      </dsp:nvSpPr>
      <dsp:spPr>
        <a:xfrm>
          <a:off x="0" y="1995973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627BA2-F7C0-4A6C-9712-C83940F38A07}">
      <dsp:nvSpPr>
        <dsp:cNvPr id="0" name=""/>
        <dsp:cNvSpPr/>
      </dsp:nvSpPr>
      <dsp:spPr>
        <a:xfrm>
          <a:off x="241286" y="2175442"/>
          <a:ext cx="438702" cy="4387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88CB86-F7C0-4222-80AC-6D2B81C2CAEE}">
      <dsp:nvSpPr>
        <dsp:cNvPr id="0" name=""/>
        <dsp:cNvSpPr/>
      </dsp:nvSpPr>
      <dsp:spPr>
        <a:xfrm>
          <a:off x="921274" y="1995973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Identify </a:t>
          </a:r>
          <a:r>
            <a:rPr lang="en-US" sz="1900" b="1" kern="1200"/>
            <a:t>high-performing and low-performing products</a:t>
          </a:r>
          <a:endParaRPr lang="en-US" sz="1900" kern="1200"/>
        </a:p>
      </dsp:txBody>
      <dsp:txXfrm>
        <a:off x="921274" y="1995973"/>
        <a:ext cx="6028165" cy="797640"/>
      </dsp:txXfrm>
    </dsp:sp>
    <dsp:sp modelId="{C286FB7E-70E2-4D39-9CD9-BCFEDE91B1C5}">
      <dsp:nvSpPr>
        <dsp:cNvPr id="0" name=""/>
        <dsp:cNvSpPr/>
      </dsp:nvSpPr>
      <dsp:spPr>
        <a:xfrm>
          <a:off x="0" y="2993024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E32803-A4E3-4D8B-854A-D615D63E3A9A}">
      <dsp:nvSpPr>
        <dsp:cNvPr id="0" name=""/>
        <dsp:cNvSpPr/>
      </dsp:nvSpPr>
      <dsp:spPr>
        <a:xfrm>
          <a:off x="241286" y="3172493"/>
          <a:ext cx="438702" cy="4387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94716-9AE0-43C7-8DD2-1D33A72980D5}">
      <dsp:nvSpPr>
        <dsp:cNvPr id="0" name=""/>
        <dsp:cNvSpPr/>
      </dsp:nvSpPr>
      <dsp:spPr>
        <a:xfrm>
          <a:off x="921274" y="2993024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Analyze </a:t>
          </a:r>
          <a:r>
            <a:rPr lang="en-US" sz="1900" b="1" kern="1200"/>
            <a:t>region-wise performance</a:t>
          </a:r>
          <a:endParaRPr lang="en-US" sz="1900" kern="1200"/>
        </a:p>
      </dsp:txBody>
      <dsp:txXfrm>
        <a:off x="921274" y="2993024"/>
        <a:ext cx="6028165" cy="797640"/>
      </dsp:txXfrm>
    </dsp:sp>
    <dsp:sp modelId="{4FD104B4-35FF-4C59-8605-F26AF27AF352}">
      <dsp:nvSpPr>
        <dsp:cNvPr id="0" name=""/>
        <dsp:cNvSpPr/>
      </dsp:nvSpPr>
      <dsp:spPr>
        <a:xfrm>
          <a:off x="0" y="3990074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A9D69B-66A9-42B7-9661-944732D55B96}">
      <dsp:nvSpPr>
        <dsp:cNvPr id="0" name=""/>
        <dsp:cNvSpPr/>
      </dsp:nvSpPr>
      <dsp:spPr>
        <a:xfrm>
          <a:off x="241286" y="4169543"/>
          <a:ext cx="438702" cy="4387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E181B6-E0FF-4E69-911E-B567EF4E712A}">
      <dsp:nvSpPr>
        <dsp:cNvPr id="0" name=""/>
        <dsp:cNvSpPr/>
      </dsp:nvSpPr>
      <dsp:spPr>
        <a:xfrm>
          <a:off x="921274" y="3990074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Understand the </a:t>
          </a:r>
          <a:r>
            <a:rPr lang="en-US" sz="1900" b="1" kern="1200"/>
            <a:t>impact of customer ratings on sales</a:t>
          </a:r>
          <a:endParaRPr lang="en-US" sz="1900" kern="1200"/>
        </a:p>
      </dsp:txBody>
      <dsp:txXfrm>
        <a:off x="921274" y="3990074"/>
        <a:ext cx="6028165" cy="797640"/>
      </dsp:txXfrm>
    </dsp:sp>
    <dsp:sp modelId="{579670FF-2D0D-4E90-91F7-C7B21A9EC3C4}">
      <dsp:nvSpPr>
        <dsp:cNvPr id="0" name=""/>
        <dsp:cNvSpPr/>
      </dsp:nvSpPr>
      <dsp:spPr>
        <a:xfrm>
          <a:off x="0" y="4987125"/>
          <a:ext cx="6949440" cy="7976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629E31-F29E-4E98-A750-83A9D16DBFB8}">
      <dsp:nvSpPr>
        <dsp:cNvPr id="0" name=""/>
        <dsp:cNvSpPr/>
      </dsp:nvSpPr>
      <dsp:spPr>
        <a:xfrm>
          <a:off x="241286" y="5166594"/>
          <a:ext cx="438702" cy="4387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9CA1F4-373C-4841-823E-0B36648618DB}">
      <dsp:nvSpPr>
        <dsp:cNvPr id="0" name=""/>
        <dsp:cNvSpPr/>
      </dsp:nvSpPr>
      <dsp:spPr>
        <a:xfrm>
          <a:off x="921274" y="4987125"/>
          <a:ext cx="6028165" cy="797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417" tIns="84417" rIns="84417" bIns="8441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Enable </a:t>
          </a:r>
          <a:r>
            <a:rPr lang="en-US" sz="1900" b="1" kern="1200"/>
            <a:t>faster, data-driven decisions</a:t>
          </a:r>
          <a:r>
            <a:rPr lang="en-US" sz="1900" kern="1200"/>
            <a:t> for management</a:t>
          </a:r>
        </a:p>
      </dsp:txBody>
      <dsp:txXfrm>
        <a:off x="921274" y="4987125"/>
        <a:ext cx="6028165" cy="797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73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620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538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019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61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949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7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800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6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66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3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709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A86F685D-E734-8F58-49AE-15F7D4BA27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474" b="15501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F42BFA-F04B-00F6-A894-89EF2C9F9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SALES DASHBOARD</a:t>
            </a:r>
            <a:endParaRPr lang="en-IN" sz="54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313556-47FF-0886-D1E5-AE3A36B7C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BY JAYASUTHA</a:t>
            </a:r>
            <a:endParaRPr lang="en-IN" sz="2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0977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2DEE32-EAF4-0178-FE4D-4A4C8F534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007" y="603501"/>
            <a:ext cx="4361693" cy="1527049"/>
          </a:xfrm>
        </p:spPr>
        <p:txBody>
          <a:bodyPr anchor="b">
            <a:normAutofit/>
          </a:bodyPr>
          <a:lstStyle/>
          <a:p>
            <a:r>
              <a:rPr lang="en-IN" sz="2500"/>
              <a:t>Business Problem Statement</a:t>
            </a:r>
            <a:br>
              <a:rPr lang="en-IN" sz="2500" b="0"/>
            </a:br>
            <a:br>
              <a:rPr lang="en-IN" sz="2500"/>
            </a:br>
            <a:endParaRPr lang="en-IN" sz="2500"/>
          </a:p>
        </p:txBody>
      </p:sp>
      <p:pic>
        <p:nvPicPr>
          <p:cNvPr id="6" name="Picture 5" descr="Desk with productivity items">
            <a:extLst>
              <a:ext uri="{FF2B5EF4-FFF2-40B4-BE49-F238E27FC236}">
                <a16:creationId xmlns:a16="http://schemas.microsoft.com/office/drawing/2014/main" id="{7257A3D8-ACF0-B8EF-A04B-CBCC0280D4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08" r="11358" b="-1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FF370E8-2951-A6FC-2C0F-8360D77BA2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23007" y="2212846"/>
            <a:ext cx="4361693" cy="40965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High sales but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unstable profit margins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Some regions have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poor customer ratings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No visibility into: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       Which products are profitable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       Which regions need operational improvement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       Whether customer feedback affects revenue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835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8836B-05EC-CE30-BE1D-C3724A033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IN" sz="4000"/>
              <a:t>Business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7E9353-0EA6-96D5-C34C-29FC251621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6624940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9398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90FE91-EEC1-4083-DD62-D1E61329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007" y="603501"/>
            <a:ext cx="4361693" cy="1527049"/>
          </a:xfrm>
        </p:spPr>
        <p:txBody>
          <a:bodyPr anchor="b">
            <a:normAutofit/>
          </a:bodyPr>
          <a:lstStyle/>
          <a:p>
            <a:r>
              <a:rPr lang="en-IN" dirty="0"/>
              <a:t>Analytical Questions </a:t>
            </a:r>
          </a:p>
        </p:txBody>
      </p:sp>
      <p:pic>
        <p:nvPicPr>
          <p:cNvPr id="6" name="Picture 5" descr="Calculator, pen, compass, money and a paper with graphs printed on it">
            <a:extLst>
              <a:ext uri="{FF2B5EF4-FFF2-40B4-BE49-F238E27FC236}">
                <a16:creationId xmlns:a16="http://schemas.microsoft.com/office/drawing/2014/main" id="{3B7B3502-2F66-88CC-6287-1AE9F8AEEA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15" r="19892" b="-1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D4E0397-0D19-4DED-F2BD-9BDB8C3F62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23007" y="2212846"/>
            <a:ext cx="4361693" cy="40965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Which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category generates the highest profit margin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Which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regions underperform despite high sales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Are there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products with high sales but poor ratings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How does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customer rating affect repeat sales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What is 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monthly sales and profit trend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63115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C88A26-3AB0-8587-8926-C644EA65B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IN" sz="3300"/>
              <a:t>Solution Approach</a:t>
            </a:r>
            <a:br>
              <a:rPr lang="en-IN" sz="3300" b="0"/>
            </a:br>
            <a:br>
              <a:rPr lang="en-IN" sz="3300"/>
            </a:br>
            <a:endParaRPr lang="en-IN" sz="33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A7961-30EB-672A-785D-2737D086C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304144"/>
            <a:ext cx="6035041" cy="500521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1200" b="1" dirty="0"/>
              <a:t>Step 1: Data Preparation</a:t>
            </a:r>
          </a:p>
          <a:p>
            <a:pPr>
              <a:lnSpc>
                <a:spcPct val="110000"/>
              </a:lnSpc>
            </a:pPr>
            <a:r>
              <a:rPr lang="en-IN" sz="1200" b="1" dirty="0"/>
              <a:t>Step 2: Data Modelling</a:t>
            </a:r>
          </a:p>
          <a:p>
            <a:pPr>
              <a:lnSpc>
                <a:spcPct val="110000"/>
              </a:lnSpc>
            </a:pPr>
            <a:r>
              <a:rPr lang="en-IN" sz="1200" b="1" dirty="0"/>
              <a:t>Step 3: Business Metrics (KPIs)</a:t>
            </a:r>
          </a:p>
          <a:p>
            <a:pPr>
              <a:lnSpc>
                <a:spcPct val="110000"/>
              </a:lnSpc>
            </a:pPr>
            <a:r>
              <a:rPr lang="en-IN" sz="1200" dirty="0"/>
              <a:t>Total Sales</a:t>
            </a:r>
          </a:p>
          <a:p>
            <a:pPr>
              <a:lnSpc>
                <a:spcPct val="110000"/>
              </a:lnSpc>
            </a:pPr>
            <a:r>
              <a:rPr lang="en-IN" sz="1200" dirty="0"/>
              <a:t>Total Profit</a:t>
            </a:r>
          </a:p>
          <a:p>
            <a:pPr>
              <a:lnSpc>
                <a:spcPct val="110000"/>
              </a:lnSpc>
            </a:pPr>
            <a:r>
              <a:rPr lang="en-IN" sz="1200" dirty="0"/>
              <a:t>Profit Margin %</a:t>
            </a:r>
          </a:p>
          <a:p>
            <a:pPr>
              <a:lnSpc>
                <a:spcPct val="110000"/>
              </a:lnSpc>
            </a:pPr>
            <a:r>
              <a:rPr lang="en-IN" sz="1200" dirty="0"/>
              <a:t>Average Rating</a:t>
            </a:r>
          </a:p>
          <a:p>
            <a:pPr>
              <a:lnSpc>
                <a:spcPct val="110000"/>
              </a:lnSpc>
            </a:pPr>
            <a:r>
              <a:rPr lang="en-IN" sz="1200" dirty="0"/>
              <a:t>Sales Growth %</a:t>
            </a:r>
          </a:p>
          <a:p>
            <a:pPr>
              <a:lnSpc>
                <a:spcPct val="110000"/>
              </a:lnSpc>
            </a:pPr>
            <a:r>
              <a:rPr lang="en-IN" sz="1200" b="1" dirty="0"/>
              <a:t>Step 4: Visualization (Power BI)</a:t>
            </a:r>
          </a:p>
          <a:p>
            <a:pPr>
              <a:lnSpc>
                <a:spcPct val="110000"/>
              </a:lnSpc>
            </a:pPr>
            <a:r>
              <a:rPr lang="en-IN" sz="1200" dirty="0"/>
              <a:t>KPI Cards for executives</a:t>
            </a:r>
          </a:p>
          <a:p>
            <a:pPr>
              <a:lnSpc>
                <a:spcPct val="110000"/>
              </a:lnSpc>
            </a:pPr>
            <a:r>
              <a:rPr lang="en-IN" sz="1200" dirty="0"/>
              <a:t>Trend charts for performance analysis</a:t>
            </a:r>
          </a:p>
          <a:p>
            <a:pPr>
              <a:lnSpc>
                <a:spcPct val="110000"/>
              </a:lnSpc>
            </a:pPr>
            <a:r>
              <a:rPr lang="en-IN" sz="1200" dirty="0"/>
              <a:t>Category &amp; region comparison</a:t>
            </a:r>
          </a:p>
          <a:p>
            <a:pPr>
              <a:lnSpc>
                <a:spcPct val="110000"/>
              </a:lnSpc>
            </a:pPr>
            <a:r>
              <a:rPr lang="en-IN" sz="1200" dirty="0"/>
              <a:t>Product-level analysis</a:t>
            </a:r>
          </a:p>
          <a:p>
            <a:pPr>
              <a:lnSpc>
                <a:spcPct val="110000"/>
              </a:lnSpc>
            </a:pPr>
            <a:r>
              <a:rPr lang="en-IN" sz="1200" dirty="0"/>
              <a:t>Interactive slicers</a:t>
            </a:r>
          </a:p>
          <a:p>
            <a:pPr>
              <a:lnSpc>
                <a:spcPct val="110000"/>
              </a:lnSpc>
            </a:pPr>
            <a:endParaRPr lang="en-IN" sz="1000" dirty="0"/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F33F512F-290E-6FC6-C4AB-133E91DD40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56" r="29278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211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D8622-B99F-4DC6-C9FC-55ECF8E42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A77E-8C64-3447-943B-5EA751194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52237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186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Neue Haas Grotesk Text Pro</vt:lpstr>
      <vt:lpstr>VanillaVTI</vt:lpstr>
      <vt:lpstr>SALES DASHBOARD</vt:lpstr>
      <vt:lpstr>Business Problem Statement  </vt:lpstr>
      <vt:lpstr>Business Objectives</vt:lpstr>
      <vt:lpstr>Analytical Questions </vt:lpstr>
      <vt:lpstr>Solution Approach  </vt:lpstr>
      <vt:lpstr>Key Business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jayasutha n</dc:creator>
  <cp:lastModifiedBy>jayasutha n</cp:lastModifiedBy>
  <cp:revision>1</cp:revision>
  <dcterms:created xsi:type="dcterms:W3CDTF">2026-02-09T08:12:40Z</dcterms:created>
  <dcterms:modified xsi:type="dcterms:W3CDTF">2026-02-09T08:30:35Z</dcterms:modified>
</cp:coreProperties>
</file>